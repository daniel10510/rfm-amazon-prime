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71" r:id="rId2"/>
    <p:sldId id="267" r:id="rId3"/>
    <p:sldId id="265" r:id="rId4"/>
    <p:sldId id="275" r:id="rId5"/>
    <p:sldId id="279" r:id="rId6"/>
    <p:sldId id="283" r:id="rId7"/>
    <p:sldId id="284" r:id="rId8"/>
    <p:sldId id="289" r:id="rId9"/>
    <p:sldId id="290" r:id="rId10"/>
    <p:sldId id="293" r:id="rId11"/>
    <p:sldId id="292" r:id="rId12"/>
    <p:sldId id="286" r:id="rId13"/>
    <p:sldId id="27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1DE3C8D4-2260-4659-A4CF-27A8D6B5C5A8}">
          <p14:sldIdLst>
            <p14:sldId id="271"/>
            <p14:sldId id="267"/>
            <p14:sldId id="265"/>
            <p14:sldId id="275"/>
            <p14:sldId id="279"/>
            <p14:sldId id="283"/>
            <p14:sldId id="284"/>
            <p14:sldId id="289"/>
            <p14:sldId id="290"/>
            <p14:sldId id="293"/>
            <p14:sldId id="292"/>
            <p14:sldId id="286"/>
            <p14:sldId id="27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317E"/>
    <a:srgbClr val="CBCDED"/>
    <a:srgbClr val="E9EAF7"/>
    <a:srgbClr val="E3E4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90" autoAdjust="0"/>
    <p:restoredTop sz="94673" autoAdjust="0"/>
  </p:normalViewPr>
  <p:slideViewPr>
    <p:cSldViewPr snapToGrid="0">
      <p:cViewPr varScale="1">
        <p:scale>
          <a:sx n="93" d="100"/>
          <a:sy n="93" d="100"/>
        </p:scale>
        <p:origin x="1122" y="8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045"/>
    </p:cViewPr>
  </p:sorter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B9D8C8A-4547-EF5F-25E3-357DDDC1903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a:extLst>
              <a:ext uri="{FF2B5EF4-FFF2-40B4-BE49-F238E27FC236}">
                <a16:creationId xmlns:a16="http://schemas.microsoft.com/office/drawing/2014/main" id="{22812C01-7867-498B-85C0-0FE0496839F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59AD45-86D9-4CC9-99CB-998C8F320738}" type="datetimeFigureOut">
              <a:rPr lang="en-US" smtClean="0"/>
              <a:t>11/14/2025</a:t>
            </a:fld>
            <a:endParaRPr lang="en-US"/>
          </a:p>
        </p:txBody>
      </p:sp>
      <p:sp>
        <p:nvSpPr>
          <p:cNvPr id="4" name="Marcador de pie de página 3">
            <a:extLst>
              <a:ext uri="{FF2B5EF4-FFF2-40B4-BE49-F238E27FC236}">
                <a16:creationId xmlns:a16="http://schemas.microsoft.com/office/drawing/2014/main" id="{3AC50E94-C79A-AB47-81EB-EF243156DB8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Marcador de número de diapositiva 4">
            <a:extLst>
              <a:ext uri="{FF2B5EF4-FFF2-40B4-BE49-F238E27FC236}">
                <a16:creationId xmlns:a16="http://schemas.microsoft.com/office/drawing/2014/main" id="{8F5AA79D-F0CE-CFD4-1536-4C09AC690D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6B41A65-69FB-4A4C-8553-8E51B41124DA}" type="slidenum">
              <a:rPr lang="en-US" smtClean="0"/>
              <a:t>‹#›</a:t>
            </a:fld>
            <a:endParaRPr lang="en-US"/>
          </a:p>
        </p:txBody>
      </p:sp>
    </p:spTree>
    <p:extLst>
      <p:ext uri="{BB962C8B-B14F-4D97-AF65-F5344CB8AC3E}">
        <p14:creationId xmlns:p14="http://schemas.microsoft.com/office/powerpoint/2010/main" val="3879275088"/>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4E7601-CF41-4247-B356-9852E3D72EB9}" type="datetimeFigureOut">
              <a:rPr lang="en-US" smtClean="0"/>
              <a:t>11/14/2025</a:t>
            </a:fld>
            <a:endParaRPr lang="en-U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C924B5-8EA3-4AA0-896A-2577CA9CDC0D}" type="slidenum">
              <a:rPr lang="en-US" smtClean="0"/>
              <a:t>‹#›</a:t>
            </a:fld>
            <a:endParaRPr lang="en-US"/>
          </a:p>
        </p:txBody>
      </p:sp>
    </p:spTree>
    <p:extLst>
      <p:ext uri="{BB962C8B-B14F-4D97-AF65-F5344CB8AC3E}">
        <p14:creationId xmlns:p14="http://schemas.microsoft.com/office/powerpoint/2010/main" val="416689998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BO" dirty="0"/>
          </a:p>
        </p:txBody>
      </p:sp>
    </p:spTree>
    <p:extLst>
      <p:ext uri="{BB962C8B-B14F-4D97-AF65-F5344CB8AC3E}">
        <p14:creationId xmlns:p14="http://schemas.microsoft.com/office/powerpoint/2010/main" val="461324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105644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p:spTree>
      <p:nvGrpSpPr>
        <p:cNvPr id="1" name=""/>
        <p:cNvGrpSpPr/>
        <p:nvPr/>
      </p:nvGrpSpPr>
      <p:grpSpPr>
        <a:xfrm>
          <a:off x="0" y="0"/>
          <a:ext cx="0" cy="0"/>
          <a:chOff x="0" y="0"/>
          <a:chExt cx="0" cy="0"/>
        </a:xfrm>
      </p:grpSpPr>
      <p:sp>
        <p:nvSpPr>
          <p:cNvPr id="5" name="Marcador de fecha 4">
            <a:extLst>
              <a:ext uri="{FF2B5EF4-FFF2-40B4-BE49-F238E27FC236}">
                <a16:creationId xmlns:a16="http://schemas.microsoft.com/office/drawing/2014/main" id="{65CDA8F7-DD2E-B670-C23F-7D6F01A71FC2}"/>
              </a:ext>
            </a:extLst>
          </p:cNvPr>
          <p:cNvSpPr>
            <a:spLocks noGrp="1"/>
          </p:cNvSpPr>
          <p:nvPr>
            <p:ph type="dt" sz="half" idx="10"/>
          </p:nvPr>
        </p:nvSpPr>
        <p:spPr/>
        <p:txBody>
          <a:bodyPr/>
          <a:lstStyle/>
          <a:p>
            <a:fld id="{B6624B10-988F-401C-8765-C4317C246780}" type="datetime1">
              <a:rPr lang="en-US" smtClean="0"/>
              <a:t>11/14/2025</a:t>
            </a:fld>
            <a:endParaRPr lang="en-US"/>
          </a:p>
        </p:txBody>
      </p:sp>
      <p:sp>
        <p:nvSpPr>
          <p:cNvPr id="6" name="Marcador de pie de página 5">
            <a:extLst>
              <a:ext uri="{FF2B5EF4-FFF2-40B4-BE49-F238E27FC236}">
                <a16:creationId xmlns:a16="http://schemas.microsoft.com/office/drawing/2014/main" id="{64D65EC7-4B1F-CE94-9AE9-3C79C4740920}"/>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4F31083E-413A-DB42-2E35-82DCD41E7352}"/>
              </a:ext>
            </a:extLst>
          </p:cNvPr>
          <p:cNvSpPr>
            <a:spLocks noGrp="1"/>
          </p:cNvSpPr>
          <p:nvPr>
            <p:ph type="sldNum" sz="quarter" idx="12"/>
          </p:nvPr>
        </p:nvSpPr>
        <p:spPr/>
        <p:txBody>
          <a:bodyPr/>
          <a:lstStyle/>
          <a:p>
            <a:fld id="{22DEA627-8E78-4523-8AD6-2E64EB270591}" type="slidenum">
              <a:rPr lang="en-US" smtClean="0"/>
              <a:t>‹#›</a:t>
            </a:fld>
            <a:endParaRPr lang="en-US"/>
          </a:p>
        </p:txBody>
      </p:sp>
      <p:sp>
        <p:nvSpPr>
          <p:cNvPr id="8" name="Rectángulo 7">
            <a:extLst>
              <a:ext uri="{FF2B5EF4-FFF2-40B4-BE49-F238E27FC236}">
                <a16:creationId xmlns:a16="http://schemas.microsoft.com/office/drawing/2014/main" id="{84C428D4-D2CE-2492-746B-4F5FC6EA9731}"/>
              </a:ext>
            </a:extLst>
          </p:cNvPr>
          <p:cNvSpPr/>
          <p:nvPr userDrawn="1"/>
        </p:nvSpPr>
        <p:spPr>
          <a:xfrm>
            <a:off x="0" y="0"/>
            <a:ext cx="12191999" cy="6858000"/>
          </a:xfrm>
          <a:prstGeom prst="rect">
            <a:avLst/>
          </a:prstGeom>
          <a:solidFill>
            <a:srgbClr val="2D31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D317E"/>
              </a:solidFill>
            </a:endParaRPr>
          </a:p>
        </p:txBody>
      </p:sp>
      <p:pic>
        <p:nvPicPr>
          <p:cNvPr id="2" name="Gráfico 1">
            <a:extLst>
              <a:ext uri="{FF2B5EF4-FFF2-40B4-BE49-F238E27FC236}">
                <a16:creationId xmlns:a16="http://schemas.microsoft.com/office/drawing/2014/main" id="{54B505E4-4313-B324-5045-9527FFA9BDC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91396" y="1086955"/>
            <a:ext cx="4338698" cy="1061368"/>
          </a:xfrm>
          <a:prstGeom prst="rect">
            <a:avLst/>
          </a:prstGeom>
        </p:spPr>
      </p:pic>
      <p:pic>
        <p:nvPicPr>
          <p:cNvPr id="3" name="Gráfico 2">
            <a:extLst>
              <a:ext uri="{FF2B5EF4-FFF2-40B4-BE49-F238E27FC236}">
                <a16:creationId xmlns:a16="http://schemas.microsoft.com/office/drawing/2014/main" id="{F557FCA6-FFE2-8603-57C8-314596C4A95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884146" y="830874"/>
            <a:ext cx="761490" cy="1536110"/>
          </a:xfrm>
          <a:prstGeom prst="rect">
            <a:avLst/>
          </a:prstGeom>
        </p:spPr>
      </p:pic>
      <p:sp>
        <p:nvSpPr>
          <p:cNvPr id="4" name="CuadroTexto 3">
            <a:extLst>
              <a:ext uri="{FF2B5EF4-FFF2-40B4-BE49-F238E27FC236}">
                <a16:creationId xmlns:a16="http://schemas.microsoft.com/office/drawing/2014/main" id="{38EB970F-13A3-A03C-9186-EC99EEDE85A1}"/>
              </a:ext>
            </a:extLst>
          </p:cNvPr>
          <p:cNvSpPr txBox="1"/>
          <p:nvPr userDrawn="1"/>
        </p:nvSpPr>
        <p:spPr>
          <a:xfrm>
            <a:off x="6773476" y="1086955"/>
            <a:ext cx="4658264" cy="1077218"/>
          </a:xfrm>
          <a:prstGeom prst="rect">
            <a:avLst/>
          </a:prstGeom>
          <a:noFill/>
        </p:spPr>
        <p:txBody>
          <a:bodyPr wrap="square" rtlCol="0">
            <a:spAutoFit/>
          </a:bodyPr>
          <a:lstStyle/>
          <a:p>
            <a:pPr algn="l"/>
            <a:r>
              <a:rPr lang="en-US" sz="3200" dirty="0">
                <a:solidFill>
                  <a:schemeClr val="bg1"/>
                </a:solidFill>
              </a:rPr>
              <a:t>Universidad </a:t>
            </a:r>
          </a:p>
          <a:p>
            <a:pPr algn="l"/>
            <a:r>
              <a:rPr lang="en-US" sz="3200" dirty="0">
                <a:solidFill>
                  <a:schemeClr val="bg1"/>
                </a:solidFill>
              </a:rPr>
              <a:t>Mayor de San </a:t>
            </a:r>
            <a:r>
              <a:rPr lang="en-US" sz="3200" b="1" i="0" dirty="0">
                <a:solidFill>
                  <a:schemeClr val="bg1"/>
                </a:solidFill>
                <a:effectLst/>
                <a:latin typeface="Montserrat SemiBold" pitchFamily="2" charset="0"/>
              </a:rPr>
              <a:t>Andrés</a:t>
            </a:r>
            <a:endParaRPr lang="en-US" sz="3200" dirty="0">
              <a:solidFill>
                <a:schemeClr val="bg1"/>
              </a:solidFill>
            </a:endParaRPr>
          </a:p>
        </p:txBody>
      </p:sp>
      <p:sp>
        <p:nvSpPr>
          <p:cNvPr id="10" name="Marcador de texto 9">
            <a:extLst>
              <a:ext uri="{FF2B5EF4-FFF2-40B4-BE49-F238E27FC236}">
                <a16:creationId xmlns:a16="http://schemas.microsoft.com/office/drawing/2014/main" id="{823DA3F9-017B-0139-44B2-6880A4D06FA2}"/>
              </a:ext>
            </a:extLst>
          </p:cNvPr>
          <p:cNvSpPr>
            <a:spLocks noGrp="1"/>
          </p:cNvSpPr>
          <p:nvPr>
            <p:ph type="body" sz="quarter" idx="13" hasCustomPrompt="1"/>
          </p:nvPr>
        </p:nvSpPr>
        <p:spPr>
          <a:xfrm>
            <a:off x="1502569" y="2761456"/>
            <a:ext cx="9186862" cy="667544"/>
          </a:xfrm>
        </p:spPr>
        <p:txBody>
          <a:bodyPr>
            <a:normAutofit/>
          </a:bodyPr>
          <a:lstStyle>
            <a:lvl1pPr marL="0" indent="0" algn="ctr">
              <a:buNone/>
              <a:defRPr sz="4000">
                <a:solidFill>
                  <a:schemeClr val="bg1"/>
                </a:solidFill>
                <a:latin typeface="+mj-lt"/>
              </a:defRPr>
            </a:lvl1pPr>
            <a:lvl2pPr>
              <a:defRPr>
                <a:solidFill>
                  <a:schemeClr val="bg1"/>
                </a:solidFill>
              </a:defRPr>
            </a:lvl2pPr>
            <a:lvl3pPr marL="914400" indent="0">
              <a:buNone/>
              <a:defRPr/>
            </a:lvl3pPr>
          </a:lstStyle>
          <a:p>
            <a:pPr lvl="0"/>
            <a:r>
              <a:rPr lang="en-US" dirty="0"/>
              <a:t>INSERTAR TITULO</a:t>
            </a:r>
          </a:p>
        </p:txBody>
      </p:sp>
      <p:sp>
        <p:nvSpPr>
          <p:cNvPr id="12" name="Marcador de texto 11">
            <a:extLst>
              <a:ext uri="{FF2B5EF4-FFF2-40B4-BE49-F238E27FC236}">
                <a16:creationId xmlns:a16="http://schemas.microsoft.com/office/drawing/2014/main" id="{8328965F-C1FC-DF7B-1A3F-1FA96BF8690E}"/>
              </a:ext>
            </a:extLst>
          </p:cNvPr>
          <p:cNvSpPr>
            <a:spLocks noGrp="1"/>
          </p:cNvSpPr>
          <p:nvPr>
            <p:ph type="body" sz="quarter" idx="14" hasCustomPrompt="1"/>
          </p:nvPr>
        </p:nvSpPr>
        <p:spPr>
          <a:xfrm>
            <a:off x="1446213" y="3657600"/>
            <a:ext cx="9299575" cy="500332"/>
          </a:xfrm>
        </p:spPr>
        <p:txBody>
          <a:bodyPr>
            <a:normAutofit/>
          </a:bodyPr>
          <a:lstStyle>
            <a:lvl1pPr marL="0" indent="0" algn="ctr">
              <a:buNone/>
              <a:defRPr sz="247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err="1"/>
              <a:t>Insertar</a:t>
            </a:r>
            <a:r>
              <a:rPr lang="en-US" dirty="0"/>
              <a:t> </a:t>
            </a:r>
            <a:r>
              <a:rPr lang="en-US" dirty="0" err="1"/>
              <a:t>texto</a:t>
            </a:r>
            <a:endParaRPr lang="en-US" dirty="0"/>
          </a:p>
        </p:txBody>
      </p:sp>
    </p:spTree>
    <p:extLst>
      <p:ext uri="{BB962C8B-B14F-4D97-AF65-F5344CB8AC3E}">
        <p14:creationId xmlns:p14="http://schemas.microsoft.com/office/powerpoint/2010/main" val="152281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cion de Capitulo">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FF416AC9-E982-A9A8-FD64-D541159E6433}"/>
              </a:ext>
            </a:extLst>
          </p:cNvPr>
          <p:cNvSpPr/>
          <p:nvPr userDrawn="1"/>
        </p:nvSpPr>
        <p:spPr>
          <a:xfrm>
            <a:off x="4038600" y="0"/>
            <a:ext cx="8153400" cy="6858000"/>
          </a:xfrm>
          <a:prstGeom prst="rect">
            <a:avLst/>
          </a:prstGeom>
          <a:solidFill>
            <a:srgbClr val="2D31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áfico 8">
            <a:extLst>
              <a:ext uri="{FF2B5EF4-FFF2-40B4-BE49-F238E27FC236}">
                <a16:creationId xmlns:a16="http://schemas.microsoft.com/office/drawing/2014/main" id="{AA1BE6DF-30D2-C360-2C5D-FF22AA46BF0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33811" y="5765402"/>
            <a:ext cx="2170978" cy="748941"/>
          </a:xfrm>
          <a:prstGeom prst="rect">
            <a:avLst/>
          </a:prstGeom>
        </p:spPr>
      </p:pic>
      <p:sp>
        <p:nvSpPr>
          <p:cNvPr id="13" name="Marcador de posición de imagen 12">
            <a:extLst>
              <a:ext uri="{FF2B5EF4-FFF2-40B4-BE49-F238E27FC236}">
                <a16:creationId xmlns:a16="http://schemas.microsoft.com/office/drawing/2014/main" id="{C588639C-11D1-F0A2-EEE3-A7C7DDD56EDF}"/>
              </a:ext>
            </a:extLst>
          </p:cNvPr>
          <p:cNvSpPr>
            <a:spLocks noGrp="1"/>
          </p:cNvSpPr>
          <p:nvPr>
            <p:ph type="pic" sz="quarter" idx="13" hasCustomPrompt="1"/>
          </p:nvPr>
        </p:nvSpPr>
        <p:spPr>
          <a:xfrm>
            <a:off x="0" y="0"/>
            <a:ext cx="4038600" cy="5421745"/>
          </a:xfrm>
        </p:spPr>
        <p:txBody>
          <a:bodyPr/>
          <a:lstStyle>
            <a:lvl1pPr>
              <a:defRPr/>
            </a:lvl1pPr>
          </a:lstStyle>
          <a:p>
            <a:r>
              <a:rPr lang="en-US" dirty="0" err="1"/>
              <a:t>Inserte</a:t>
            </a:r>
            <a:r>
              <a:rPr lang="en-US" dirty="0"/>
              <a:t> imagen </a:t>
            </a:r>
            <a:r>
              <a:rPr lang="en-US" dirty="0" err="1"/>
              <a:t>en</a:t>
            </a:r>
            <a:r>
              <a:rPr lang="en-US" dirty="0"/>
              <a:t> </a:t>
            </a:r>
            <a:r>
              <a:rPr lang="en-US" dirty="0" err="1"/>
              <a:t>el</a:t>
            </a:r>
            <a:r>
              <a:rPr lang="en-US" dirty="0"/>
              <a:t> </a:t>
            </a:r>
            <a:r>
              <a:rPr lang="en-US" dirty="0" err="1"/>
              <a:t>icono</a:t>
            </a:r>
            <a:endParaRPr lang="en-US" dirty="0"/>
          </a:p>
        </p:txBody>
      </p:sp>
      <p:sp>
        <p:nvSpPr>
          <p:cNvPr id="3" name="Marcador de texto 2">
            <a:extLst>
              <a:ext uri="{FF2B5EF4-FFF2-40B4-BE49-F238E27FC236}">
                <a16:creationId xmlns:a16="http://schemas.microsoft.com/office/drawing/2014/main" id="{FFF4EFC7-BBA9-8542-D5C1-98F37924EF0B}"/>
              </a:ext>
            </a:extLst>
          </p:cNvPr>
          <p:cNvSpPr>
            <a:spLocks noGrp="1"/>
          </p:cNvSpPr>
          <p:nvPr>
            <p:ph type="body" sz="quarter" idx="14" hasCustomPrompt="1"/>
          </p:nvPr>
        </p:nvSpPr>
        <p:spPr>
          <a:xfrm>
            <a:off x="4494213" y="1367790"/>
            <a:ext cx="7315200" cy="3090999"/>
          </a:xfrm>
        </p:spPr>
        <p:txBody>
          <a:bodyPr>
            <a:normAutofit/>
          </a:bodyPr>
          <a:lstStyle>
            <a:lvl1pPr marL="0" indent="0">
              <a:buNone/>
              <a:defRPr sz="400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err="1"/>
              <a:t>Inserta</a:t>
            </a:r>
            <a:r>
              <a:rPr lang="en-US" dirty="0"/>
              <a:t> </a:t>
            </a:r>
          </a:p>
          <a:p>
            <a:pPr lvl="0"/>
            <a:r>
              <a:rPr lang="en-US" dirty="0"/>
              <a:t>Tu </a:t>
            </a:r>
          </a:p>
          <a:p>
            <a:pPr lvl="0"/>
            <a:r>
              <a:rPr lang="en-US" dirty="0" err="1"/>
              <a:t>Titulo</a:t>
            </a:r>
            <a:r>
              <a:rPr lang="en-US" dirty="0"/>
              <a:t> </a:t>
            </a:r>
          </a:p>
          <a:p>
            <a:pPr lvl="0"/>
            <a:r>
              <a:rPr lang="en-US" dirty="0" err="1"/>
              <a:t>aqui</a:t>
            </a:r>
            <a:endParaRPr lang="en-US" dirty="0"/>
          </a:p>
        </p:txBody>
      </p:sp>
      <p:sp>
        <p:nvSpPr>
          <p:cNvPr id="4" name="Marcador de texto 2">
            <a:extLst>
              <a:ext uri="{FF2B5EF4-FFF2-40B4-BE49-F238E27FC236}">
                <a16:creationId xmlns:a16="http://schemas.microsoft.com/office/drawing/2014/main" id="{A79D1506-9684-DF9F-9C62-A95ABFE21FA6}"/>
              </a:ext>
            </a:extLst>
          </p:cNvPr>
          <p:cNvSpPr>
            <a:spLocks noGrp="1"/>
          </p:cNvSpPr>
          <p:nvPr>
            <p:ph type="body" sz="quarter" idx="15" hasCustomPrompt="1"/>
          </p:nvPr>
        </p:nvSpPr>
        <p:spPr>
          <a:xfrm>
            <a:off x="4494213" y="4580708"/>
            <a:ext cx="7315200" cy="496389"/>
          </a:xfrm>
        </p:spPr>
        <p:txBody>
          <a:bodyPr>
            <a:normAutofit/>
          </a:bodyPr>
          <a:lstStyle>
            <a:lvl1pPr marL="0" indent="0">
              <a:buNone/>
              <a:defRPr sz="2470">
                <a:solidFill>
                  <a:schemeClr val="bg1"/>
                </a:solidFill>
                <a:latin typeface="Montserrat "/>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err="1"/>
              <a:t>Insertar</a:t>
            </a:r>
            <a:r>
              <a:rPr lang="en-US" dirty="0"/>
              <a:t> </a:t>
            </a:r>
            <a:r>
              <a:rPr lang="en-US" dirty="0" err="1"/>
              <a:t>texto</a:t>
            </a:r>
            <a:endParaRPr lang="en-US" dirty="0"/>
          </a:p>
        </p:txBody>
      </p:sp>
    </p:spTree>
    <p:extLst>
      <p:ext uri="{BB962C8B-B14F-4D97-AF65-F5344CB8AC3E}">
        <p14:creationId xmlns:p14="http://schemas.microsoft.com/office/powerpoint/2010/main" val="999219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cion del docente">
    <p:spTree>
      <p:nvGrpSpPr>
        <p:cNvPr id="1" name=""/>
        <p:cNvGrpSpPr/>
        <p:nvPr/>
      </p:nvGrpSpPr>
      <p:grpSpPr>
        <a:xfrm>
          <a:off x="0" y="0"/>
          <a:ext cx="0" cy="0"/>
          <a:chOff x="0" y="0"/>
          <a:chExt cx="0" cy="0"/>
        </a:xfrm>
      </p:grpSpPr>
      <p:sp>
        <p:nvSpPr>
          <p:cNvPr id="7" name="Marcador de fecha 6">
            <a:extLst>
              <a:ext uri="{FF2B5EF4-FFF2-40B4-BE49-F238E27FC236}">
                <a16:creationId xmlns:a16="http://schemas.microsoft.com/office/drawing/2014/main" id="{75B8CBC4-D1FB-B094-C097-A9EF9A72E0B9}"/>
              </a:ext>
            </a:extLst>
          </p:cNvPr>
          <p:cNvSpPr>
            <a:spLocks noGrp="1"/>
          </p:cNvSpPr>
          <p:nvPr>
            <p:ph type="dt" sz="half" idx="10"/>
          </p:nvPr>
        </p:nvSpPr>
        <p:spPr/>
        <p:txBody>
          <a:bodyPr/>
          <a:lstStyle/>
          <a:p>
            <a:fld id="{84F5C09B-2548-47A7-94E1-167DCEBB7E43}" type="datetime1">
              <a:rPr lang="en-US" smtClean="0"/>
              <a:t>11/14/2025</a:t>
            </a:fld>
            <a:endParaRPr lang="en-US"/>
          </a:p>
        </p:txBody>
      </p:sp>
      <p:sp>
        <p:nvSpPr>
          <p:cNvPr id="8" name="Marcador de pie de página 7">
            <a:extLst>
              <a:ext uri="{FF2B5EF4-FFF2-40B4-BE49-F238E27FC236}">
                <a16:creationId xmlns:a16="http://schemas.microsoft.com/office/drawing/2014/main" id="{962C1023-0E88-0C8B-ED1B-275CA252B1D4}"/>
              </a:ext>
            </a:extLst>
          </p:cNvPr>
          <p:cNvSpPr>
            <a:spLocks noGrp="1"/>
          </p:cNvSpPr>
          <p:nvPr>
            <p:ph type="ftr" sz="quarter" idx="11"/>
          </p:nvPr>
        </p:nvSpPr>
        <p:spPr/>
        <p:txBody>
          <a:bodyPr/>
          <a:lstStyle/>
          <a:p>
            <a:endParaRPr lang="en-US" dirty="0"/>
          </a:p>
        </p:txBody>
      </p:sp>
      <p:sp>
        <p:nvSpPr>
          <p:cNvPr id="9" name="Marcador de número de diapositiva 8">
            <a:extLst>
              <a:ext uri="{FF2B5EF4-FFF2-40B4-BE49-F238E27FC236}">
                <a16:creationId xmlns:a16="http://schemas.microsoft.com/office/drawing/2014/main" id="{4BDB0A7E-5F1F-E01E-187E-15BFAC39B4AE}"/>
              </a:ext>
            </a:extLst>
          </p:cNvPr>
          <p:cNvSpPr>
            <a:spLocks noGrp="1"/>
          </p:cNvSpPr>
          <p:nvPr>
            <p:ph type="sldNum" sz="quarter" idx="12"/>
          </p:nvPr>
        </p:nvSpPr>
        <p:spPr/>
        <p:txBody>
          <a:bodyPr/>
          <a:lstStyle/>
          <a:p>
            <a:fld id="{22DEA627-8E78-4523-8AD6-2E64EB270591}" type="slidenum">
              <a:rPr lang="en-US" smtClean="0"/>
              <a:t>‹#›</a:t>
            </a:fld>
            <a:endParaRPr lang="en-US" dirty="0"/>
          </a:p>
        </p:txBody>
      </p:sp>
      <p:sp>
        <p:nvSpPr>
          <p:cNvPr id="10" name="Rectángulo 9">
            <a:extLst>
              <a:ext uri="{FF2B5EF4-FFF2-40B4-BE49-F238E27FC236}">
                <a16:creationId xmlns:a16="http://schemas.microsoft.com/office/drawing/2014/main" id="{5E5FCC1A-90F8-8FB5-46D4-032BC5DE6B78}"/>
              </a:ext>
            </a:extLst>
          </p:cNvPr>
          <p:cNvSpPr/>
          <p:nvPr userDrawn="1"/>
        </p:nvSpPr>
        <p:spPr>
          <a:xfrm>
            <a:off x="0" y="0"/>
            <a:ext cx="2505075" cy="6858000"/>
          </a:xfrm>
          <a:prstGeom prst="rect">
            <a:avLst/>
          </a:prstGeom>
          <a:solidFill>
            <a:srgbClr val="2D31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Marcador de posición de imagen 11">
            <a:extLst>
              <a:ext uri="{FF2B5EF4-FFF2-40B4-BE49-F238E27FC236}">
                <a16:creationId xmlns:a16="http://schemas.microsoft.com/office/drawing/2014/main" id="{3D6B2A27-F789-40D8-8662-64C67CEA4DAA}"/>
              </a:ext>
            </a:extLst>
          </p:cNvPr>
          <p:cNvSpPr>
            <a:spLocks noGrp="1"/>
          </p:cNvSpPr>
          <p:nvPr>
            <p:ph type="pic" sz="quarter" idx="13" hasCustomPrompt="1"/>
          </p:nvPr>
        </p:nvSpPr>
        <p:spPr>
          <a:xfrm>
            <a:off x="995362" y="1481931"/>
            <a:ext cx="3019425" cy="3760787"/>
          </a:xfrm>
        </p:spPr>
        <p:txBody>
          <a:bodyPr/>
          <a:lstStyle>
            <a:lvl1pPr>
              <a:defRPr>
                <a:solidFill>
                  <a:srgbClr val="CBCDED"/>
                </a:solidFill>
              </a:defRPr>
            </a:lvl1pPr>
          </a:lstStyle>
          <a:p>
            <a:r>
              <a:rPr lang="en-US" dirty="0" err="1"/>
              <a:t>Inserte</a:t>
            </a:r>
            <a:r>
              <a:rPr lang="en-US" dirty="0"/>
              <a:t> su </a:t>
            </a:r>
            <a:r>
              <a:rPr lang="en-US" dirty="0" err="1"/>
              <a:t>fotografia</a:t>
            </a:r>
            <a:endParaRPr lang="en-US" dirty="0"/>
          </a:p>
        </p:txBody>
      </p:sp>
      <p:pic>
        <p:nvPicPr>
          <p:cNvPr id="14" name="Gráfico 13">
            <a:extLst>
              <a:ext uri="{FF2B5EF4-FFF2-40B4-BE49-F238E27FC236}">
                <a16:creationId xmlns:a16="http://schemas.microsoft.com/office/drawing/2014/main" id="{70867292-9BF1-E75C-0249-3ABD21D74E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37525" y="517128"/>
            <a:ext cx="1830024" cy="447675"/>
          </a:xfrm>
          <a:prstGeom prst="rect">
            <a:avLst/>
          </a:prstGeom>
        </p:spPr>
      </p:pic>
      <p:sp>
        <p:nvSpPr>
          <p:cNvPr id="3" name="Marcador de texto 2">
            <a:extLst>
              <a:ext uri="{FF2B5EF4-FFF2-40B4-BE49-F238E27FC236}">
                <a16:creationId xmlns:a16="http://schemas.microsoft.com/office/drawing/2014/main" id="{DF6F2239-ADDA-33D5-35B0-033B219787EB}"/>
              </a:ext>
            </a:extLst>
          </p:cNvPr>
          <p:cNvSpPr>
            <a:spLocks noGrp="1"/>
          </p:cNvSpPr>
          <p:nvPr>
            <p:ph type="body" sz="quarter" idx="14" hasCustomPrompt="1"/>
          </p:nvPr>
        </p:nvSpPr>
        <p:spPr>
          <a:xfrm>
            <a:off x="4278313" y="1481931"/>
            <a:ext cx="7435850" cy="543943"/>
          </a:xfrm>
        </p:spPr>
        <p:txBody>
          <a:bodyPr>
            <a:noAutofit/>
          </a:bodyPr>
          <a:lstStyle>
            <a:lvl1pPr marL="0" indent="0">
              <a:buNone/>
              <a:defRPr sz="4000"/>
            </a:lvl1pPr>
          </a:lstStyle>
          <a:p>
            <a:pPr lvl="0"/>
            <a:r>
              <a:rPr lang="en-US" dirty="0" err="1"/>
              <a:t>Inserte</a:t>
            </a:r>
            <a:r>
              <a:rPr lang="en-US" dirty="0"/>
              <a:t> su </a:t>
            </a:r>
            <a:r>
              <a:rPr lang="en-US" dirty="0" err="1"/>
              <a:t>nombre</a:t>
            </a:r>
            <a:r>
              <a:rPr lang="en-US" dirty="0"/>
              <a:t> </a:t>
            </a:r>
            <a:r>
              <a:rPr lang="en-US" dirty="0" err="1"/>
              <a:t>aqui</a:t>
            </a:r>
            <a:endParaRPr lang="en-US" dirty="0"/>
          </a:p>
        </p:txBody>
      </p:sp>
      <p:sp>
        <p:nvSpPr>
          <p:cNvPr id="5" name="Marcador de texto 4">
            <a:extLst>
              <a:ext uri="{FF2B5EF4-FFF2-40B4-BE49-F238E27FC236}">
                <a16:creationId xmlns:a16="http://schemas.microsoft.com/office/drawing/2014/main" id="{95AD4600-4000-95B5-AE87-03B39259918B}"/>
              </a:ext>
            </a:extLst>
          </p:cNvPr>
          <p:cNvSpPr>
            <a:spLocks noGrp="1"/>
          </p:cNvSpPr>
          <p:nvPr>
            <p:ph type="body" sz="quarter" idx="15" hasCustomPrompt="1"/>
          </p:nvPr>
        </p:nvSpPr>
        <p:spPr>
          <a:xfrm>
            <a:off x="4278313" y="2183053"/>
            <a:ext cx="7496175" cy="543944"/>
          </a:xfrm>
        </p:spPr>
        <p:txBody>
          <a:bodyPr>
            <a:normAutofit/>
          </a:bodyPr>
          <a:lstStyle>
            <a:lvl1pPr marL="0" indent="0">
              <a:buNone/>
              <a:defRPr sz="1530"/>
            </a:lvl1pPr>
          </a:lstStyle>
          <a:p>
            <a:pPr lvl="0"/>
            <a:r>
              <a:rPr lang="en-US" dirty="0" err="1"/>
              <a:t>Inserte</a:t>
            </a:r>
            <a:r>
              <a:rPr lang="en-US" dirty="0"/>
              <a:t> su </a:t>
            </a:r>
            <a:r>
              <a:rPr lang="en-US" dirty="0" err="1"/>
              <a:t>texto</a:t>
            </a:r>
            <a:r>
              <a:rPr lang="en-US" dirty="0"/>
              <a:t> </a:t>
            </a:r>
            <a:r>
              <a:rPr lang="en-US" dirty="0" err="1"/>
              <a:t>aqui</a:t>
            </a:r>
            <a:endParaRPr lang="en-US" dirty="0"/>
          </a:p>
        </p:txBody>
      </p:sp>
    </p:spTree>
    <p:extLst>
      <p:ext uri="{BB962C8B-B14F-4D97-AF65-F5344CB8AC3E}">
        <p14:creationId xmlns:p14="http://schemas.microsoft.com/office/powerpoint/2010/main" val="2776236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ido">
    <p:spTree>
      <p:nvGrpSpPr>
        <p:cNvPr id="1" name=""/>
        <p:cNvGrpSpPr/>
        <p:nvPr/>
      </p:nvGrpSpPr>
      <p:grpSpPr>
        <a:xfrm>
          <a:off x="0" y="0"/>
          <a:ext cx="0" cy="0"/>
          <a:chOff x="0" y="0"/>
          <a:chExt cx="0" cy="0"/>
        </a:xfrm>
      </p:grpSpPr>
      <p:sp>
        <p:nvSpPr>
          <p:cNvPr id="5" name="Marcador de fecha 4">
            <a:extLst>
              <a:ext uri="{FF2B5EF4-FFF2-40B4-BE49-F238E27FC236}">
                <a16:creationId xmlns:a16="http://schemas.microsoft.com/office/drawing/2014/main" id="{35BED851-B9DA-14C8-4FBC-B9FC269E536B}"/>
              </a:ext>
            </a:extLst>
          </p:cNvPr>
          <p:cNvSpPr>
            <a:spLocks noGrp="1"/>
          </p:cNvSpPr>
          <p:nvPr>
            <p:ph type="dt" sz="half" idx="10"/>
          </p:nvPr>
        </p:nvSpPr>
        <p:spPr/>
        <p:txBody>
          <a:bodyPr/>
          <a:lstStyle/>
          <a:p>
            <a:fld id="{580CDCCD-EAB5-4829-BBD2-3B9C32726E18}" type="datetime1">
              <a:rPr lang="en-US" smtClean="0"/>
              <a:t>11/14/2025</a:t>
            </a:fld>
            <a:endParaRPr lang="en-US"/>
          </a:p>
        </p:txBody>
      </p:sp>
      <p:sp>
        <p:nvSpPr>
          <p:cNvPr id="6" name="Marcador de pie de página 5">
            <a:extLst>
              <a:ext uri="{FF2B5EF4-FFF2-40B4-BE49-F238E27FC236}">
                <a16:creationId xmlns:a16="http://schemas.microsoft.com/office/drawing/2014/main" id="{0186B115-359D-87D3-2C3B-C413CF6B4929}"/>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53AEE83C-ECB6-D4FC-40D5-0799CD1604BD}"/>
              </a:ext>
            </a:extLst>
          </p:cNvPr>
          <p:cNvSpPr>
            <a:spLocks noGrp="1"/>
          </p:cNvSpPr>
          <p:nvPr>
            <p:ph type="sldNum" sz="quarter" idx="12"/>
          </p:nvPr>
        </p:nvSpPr>
        <p:spPr/>
        <p:txBody>
          <a:bodyPr/>
          <a:lstStyle/>
          <a:p>
            <a:fld id="{22DEA627-8E78-4523-8AD6-2E64EB270591}" type="slidenum">
              <a:rPr lang="en-US" smtClean="0"/>
              <a:t>‹#›</a:t>
            </a:fld>
            <a:endParaRPr lang="en-US"/>
          </a:p>
        </p:txBody>
      </p:sp>
      <p:sp>
        <p:nvSpPr>
          <p:cNvPr id="8" name="Rectángulo 7">
            <a:extLst>
              <a:ext uri="{FF2B5EF4-FFF2-40B4-BE49-F238E27FC236}">
                <a16:creationId xmlns:a16="http://schemas.microsoft.com/office/drawing/2014/main" id="{02C248CC-247C-55D4-EC7A-AFE5B743E655}"/>
              </a:ext>
            </a:extLst>
          </p:cNvPr>
          <p:cNvSpPr/>
          <p:nvPr userDrawn="1"/>
        </p:nvSpPr>
        <p:spPr>
          <a:xfrm>
            <a:off x="0" y="0"/>
            <a:ext cx="914400" cy="914400"/>
          </a:xfrm>
          <a:prstGeom prst="rect">
            <a:avLst/>
          </a:prstGeom>
          <a:solidFill>
            <a:srgbClr val="2D31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ángulo 8">
            <a:extLst>
              <a:ext uri="{FF2B5EF4-FFF2-40B4-BE49-F238E27FC236}">
                <a16:creationId xmlns:a16="http://schemas.microsoft.com/office/drawing/2014/main" id="{EF6C9A1E-78CA-DD3A-4D50-139863BFC82A}"/>
              </a:ext>
            </a:extLst>
          </p:cNvPr>
          <p:cNvSpPr/>
          <p:nvPr userDrawn="1"/>
        </p:nvSpPr>
        <p:spPr>
          <a:xfrm>
            <a:off x="0" y="914400"/>
            <a:ext cx="914400" cy="5943600"/>
          </a:xfrm>
          <a:prstGeom prst="rect">
            <a:avLst/>
          </a:prstGeom>
          <a:solidFill>
            <a:srgbClr val="E9EA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Gráfico 9">
            <a:extLst>
              <a:ext uri="{FF2B5EF4-FFF2-40B4-BE49-F238E27FC236}">
                <a16:creationId xmlns:a16="http://schemas.microsoft.com/office/drawing/2014/main" id="{DE791519-6CE9-EF44-629F-3C9595D01D9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1793" y="176213"/>
            <a:ext cx="522107" cy="567611"/>
          </a:xfrm>
          <a:prstGeom prst="rect">
            <a:avLst/>
          </a:prstGeom>
        </p:spPr>
      </p:pic>
      <p:sp>
        <p:nvSpPr>
          <p:cNvPr id="12" name="Marcador de posición de imagen 11">
            <a:extLst>
              <a:ext uri="{FF2B5EF4-FFF2-40B4-BE49-F238E27FC236}">
                <a16:creationId xmlns:a16="http://schemas.microsoft.com/office/drawing/2014/main" id="{34C959A3-E508-B995-2883-BF0B0BC6C762}"/>
              </a:ext>
            </a:extLst>
          </p:cNvPr>
          <p:cNvSpPr>
            <a:spLocks noGrp="1"/>
          </p:cNvSpPr>
          <p:nvPr>
            <p:ph type="pic" sz="quarter" idx="13"/>
          </p:nvPr>
        </p:nvSpPr>
        <p:spPr>
          <a:xfrm>
            <a:off x="914400" y="0"/>
            <a:ext cx="11277600" cy="2233613"/>
          </a:xfrm>
        </p:spPr>
        <p:txBody>
          <a:bodyPr/>
          <a:lstStyle/>
          <a:p>
            <a:endParaRPr lang="en-US"/>
          </a:p>
        </p:txBody>
      </p:sp>
      <p:sp>
        <p:nvSpPr>
          <p:cNvPr id="3" name="Marcador de texto 2">
            <a:extLst>
              <a:ext uri="{FF2B5EF4-FFF2-40B4-BE49-F238E27FC236}">
                <a16:creationId xmlns:a16="http://schemas.microsoft.com/office/drawing/2014/main" id="{A600E3DF-0B75-8841-E065-BA940A3729DA}"/>
              </a:ext>
            </a:extLst>
          </p:cNvPr>
          <p:cNvSpPr>
            <a:spLocks noGrp="1"/>
          </p:cNvSpPr>
          <p:nvPr>
            <p:ph type="body" sz="quarter" idx="14" hasCustomPrompt="1"/>
          </p:nvPr>
        </p:nvSpPr>
        <p:spPr>
          <a:xfrm>
            <a:off x="1675606" y="3528503"/>
            <a:ext cx="3811588" cy="715393"/>
          </a:xfrm>
        </p:spPr>
        <p:txBody>
          <a:bodyPr>
            <a:normAutofit/>
          </a:bodyPr>
          <a:lstStyle>
            <a:lvl1pPr marL="0" indent="0">
              <a:buNone/>
              <a:defRPr sz="4000">
                <a:latin typeface="+mj-lt"/>
              </a:defRPr>
            </a:lvl1pPr>
          </a:lstStyle>
          <a:p>
            <a:pPr lvl="0"/>
            <a:r>
              <a:rPr lang="en-US" dirty="0" err="1"/>
              <a:t>Contenido</a:t>
            </a:r>
            <a:endParaRPr lang="en-US" dirty="0"/>
          </a:p>
        </p:txBody>
      </p:sp>
      <p:sp>
        <p:nvSpPr>
          <p:cNvPr id="4" name="Marcador de texto 2">
            <a:extLst>
              <a:ext uri="{FF2B5EF4-FFF2-40B4-BE49-F238E27FC236}">
                <a16:creationId xmlns:a16="http://schemas.microsoft.com/office/drawing/2014/main" id="{492EAFD7-E9BE-42F9-33A5-2CC846A47BEE}"/>
              </a:ext>
            </a:extLst>
          </p:cNvPr>
          <p:cNvSpPr>
            <a:spLocks noGrp="1"/>
          </p:cNvSpPr>
          <p:nvPr>
            <p:ph type="body" sz="quarter" idx="15" hasCustomPrompt="1"/>
          </p:nvPr>
        </p:nvSpPr>
        <p:spPr>
          <a:xfrm>
            <a:off x="1675606" y="4823393"/>
            <a:ext cx="3811588" cy="447347"/>
          </a:xfrm>
        </p:spPr>
        <p:txBody>
          <a:bodyPr>
            <a:normAutofit/>
          </a:bodyPr>
          <a:lstStyle>
            <a:lvl1pPr marL="0" indent="0">
              <a:buNone/>
              <a:defRPr sz="2470">
                <a:latin typeface="Montserrat ExtraBold" pitchFamily="2" charset="0"/>
              </a:defRPr>
            </a:lvl1pPr>
          </a:lstStyle>
          <a:p>
            <a:pPr lvl="0"/>
            <a:r>
              <a:rPr lang="en-US" dirty="0"/>
              <a:t>20/05</a:t>
            </a:r>
          </a:p>
        </p:txBody>
      </p:sp>
      <p:sp>
        <p:nvSpPr>
          <p:cNvPr id="11" name="Marcador de texto 2">
            <a:extLst>
              <a:ext uri="{FF2B5EF4-FFF2-40B4-BE49-F238E27FC236}">
                <a16:creationId xmlns:a16="http://schemas.microsoft.com/office/drawing/2014/main" id="{E4954975-C756-55AB-B2BF-B087931E6CDF}"/>
              </a:ext>
            </a:extLst>
          </p:cNvPr>
          <p:cNvSpPr>
            <a:spLocks noGrp="1"/>
          </p:cNvSpPr>
          <p:nvPr>
            <p:ph type="body" sz="quarter" idx="16" hasCustomPrompt="1"/>
          </p:nvPr>
        </p:nvSpPr>
        <p:spPr>
          <a:xfrm>
            <a:off x="6704806" y="2657384"/>
            <a:ext cx="3811588" cy="3113688"/>
          </a:xfrm>
        </p:spPr>
        <p:txBody>
          <a:bodyPr>
            <a:normAutofit/>
          </a:bodyPr>
          <a:lstStyle>
            <a:lvl1pPr marL="457200" indent="-457200">
              <a:buFont typeface="+mj-lt"/>
              <a:buAutoNum type="arabicPeriod"/>
              <a:defRPr sz="1530">
                <a:latin typeface="Montserrat "/>
              </a:defRPr>
            </a:lvl1pPr>
          </a:lstStyle>
          <a:p>
            <a:pPr lvl="0"/>
            <a:r>
              <a:rPr lang="en-US" dirty="0" err="1"/>
              <a:t>Insertar</a:t>
            </a:r>
            <a:r>
              <a:rPr lang="en-US" dirty="0"/>
              <a:t> </a:t>
            </a:r>
            <a:r>
              <a:rPr lang="en-US" dirty="0" err="1"/>
              <a:t>texto</a:t>
            </a:r>
            <a:endParaRPr lang="en-US" dirty="0"/>
          </a:p>
        </p:txBody>
      </p:sp>
    </p:spTree>
    <p:extLst>
      <p:ext uri="{BB962C8B-B14F-4D97-AF65-F5344CB8AC3E}">
        <p14:creationId xmlns:p14="http://schemas.microsoft.com/office/powerpoint/2010/main" val="3953308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riple imagen">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B96E1534-735E-36A3-788B-9BC14A3B7CF5}"/>
              </a:ext>
            </a:extLst>
          </p:cNvPr>
          <p:cNvSpPr>
            <a:spLocks noGrp="1"/>
          </p:cNvSpPr>
          <p:nvPr>
            <p:ph type="dt" sz="half" idx="10"/>
          </p:nvPr>
        </p:nvSpPr>
        <p:spPr/>
        <p:txBody>
          <a:bodyPr/>
          <a:lstStyle/>
          <a:p>
            <a:fld id="{FC442B2B-B0B9-40F8-9347-ACF79BE3708B}" type="datetime1">
              <a:rPr lang="en-US" smtClean="0"/>
              <a:t>11/14/2025</a:t>
            </a:fld>
            <a:endParaRPr lang="en-US"/>
          </a:p>
        </p:txBody>
      </p:sp>
      <p:sp>
        <p:nvSpPr>
          <p:cNvPr id="5" name="Marcador de pie de página 4">
            <a:extLst>
              <a:ext uri="{FF2B5EF4-FFF2-40B4-BE49-F238E27FC236}">
                <a16:creationId xmlns:a16="http://schemas.microsoft.com/office/drawing/2014/main" id="{1C47154B-31D9-2233-397D-7D686B4D1D69}"/>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AB0E67EC-E5B7-DF57-623B-B14E7235FD8C}"/>
              </a:ext>
            </a:extLst>
          </p:cNvPr>
          <p:cNvSpPr>
            <a:spLocks noGrp="1"/>
          </p:cNvSpPr>
          <p:nvPr>
            <p:ph type="sldNum" sz="quarter" idx="12"/>
          </p:nvPr>
        </p:nvSpPr>
        <p:spPr/>
        <p:txBody>
          <a:bodyPr/>
          <a:lstStyle/>
          <a:p>
            <a:fld id="{22DEA627-8E78-4523-8AD6-2E64EB270591}" type="slidenum">
              <a:rPr lang="en-US" smtClean="0"/>
              <a:t>‹#›</a:t>
            </a:fld>
            <a:endParaRPr lang="en-US"/>
          </a:p>
        </p:txBody>
      </p:sp>
      <p:sp>
        <p:nvSpPr>
          <p:cNvPr id="7" name="Rectángulo 6">
            <a:extLst>
              <a:ext uri="{FF2B5EF4-FFF2-40B4-BE49-F238E27FC236}">
                <a16:creationId xmlns:a16="http://schemas.microsoft.com/office/drawing/2014/main" id="{28AB34D7-EB32-2291-E23A-F241D27897D8}"/>
              </a:ext>
            </a:extLst>
          </p:cNvPr>
          <p:cNvSpPr/>
          <p:nvPr userDrawn="1"/>
        </p:nvSpPr>
        <p:spPr>
          <a:xfrm>
            <a:off x="8763001" y="3429000"/>
            <a:ext cx="3429000" cy="3429000"/>
          </a:xfrm>
          <a:prstGeom prst="rect">
            <a:avLst/>
          </a:prstGeom>
          <a:solidFill>
            <a:srgbClr val="2D31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ángulo 7">
            <a:extLst>
              <a:ext uri="{FF2B5EF4-FFF2-40B4-BE49-F238E27FC236}">
                <a16:creationId xmlns:a16="http://schemas.microsoft.com/office/drawing/2014/main" id="{0253C2D0-13EC-8C07-C5AE-0AA065BB94C9}"/>
              </a:ext>
            </a:extLst>
          </p:cNvPr>
          <p:cNvSpPr/>
          <p:nvPr userDrawn="1"/>
        </p:nvSpPr>
        <p:spPr>
          <a:xfrm>
            <a:off x="5334001" y="0"/>
            <a:ext cx="3429000" cy="3429000"/>
          </a:xfrm>
          <a:prstGeom prst="rect">
            <a:avLst/>
          </a:prstGeom>
          <a:solidFill>
            <a:srgbClr val="2D31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ángulo 8">
            <a:extLst>
              <a:ext uri="{FF2B5EF4-FFF2-40B4-BE49-F238E27FC236}">
                <a16:creationId xmlns:a16="http://schemas.microsoft.com/office/drawing/2014/main" id="{BD696AE0-4516-CF32-26B1-83A3562CF7C6}"/>
              </a:ext>
            </a:extLst>
          </p:cNvPr>
          <p:cNvSpPr/>
          <p:nvPr userDrawn="1"/>
        </p:nvSpPr>
        <p:spPr>
          <a:xfrm>
            <a:off x="-1" y="3429000"/>
            <a:ext cx="5334001" cy="3429000"/>
          </a:xfrm>
          <a:prstGeom prst="rect">
            <a:avLst/>
          </a:prstGeom>
          <a:solidFill>
            <a:srgbClr val="2D31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Marcador de posición de imagen 10">
            <a:extLst>
              <a:ext uri="{FF2B5EF4-FFF2-40B4-BE49-F238E27FC236}">
                <a16:creationId xmlns:a16="http://schemas.microsoft.com/office/drawing/2014/main" id="{AE451036-78AB-A810-69BB-D0C619FCFA28}"/>
              </a:ext>
            </a:extLst>
          </p:cNvPr>
          <p:cNvSpPr>
            <a:spLocks noGrp="1"/>
          </p:cNvSpPr>
          <p:nvPr>
            <p:ph type="pic" sz="quarter" idx="13"/>
          </p:nvPr>
        </p:nvSpPr>
        <p:spPr>
          <a:xfrm>
            <a:off x="5334000" y="3419476"/>
            <a:ext cx="3428999" cy="3429000"/>
          </a:xfrm>
        </p:spPr>
        <p:txBody>
          <a:bodyPr/>
          <a:lstStyle/>
          <a:p>
            <a:endParaRPr lang="en-US"/>
          </a:p>
        </p:txBody>
      </p:sp>
      <p:sp>
        <p:nvSpPr>
          <p:cNvPr id="13" name="Marcador de posición de imagen 12">
            <a:extLst>
              <a:ext uri="{FF2B5EF4-FFF2-40B4-BE49-F238E27FC236}">
                <a16:creationId xmlns:a16="http://schemas.microsoft.com/office/drawing/2014/main" id="{47DE44F6-43AC-EE7E-0B83-23410BBF9F4B}"/>
              </a:ext>
            </a:extLst>
          </p:cNvPr>
          <p:cNvSpPr>
            <a:spLocks noGrp="1"/>
          </p:cNvSpPr>
          <p:nvPr>
            <p:ph type="pic" sz="quarter" idx="14"/>
          </p:nvPr>
        </p:nvSpPr>
        <p:spPr>
          <a:xfrm>
            <a:off x="8762998" y="-9523"/>
            <a:ext cx="3428999" cy="3438524"/>
          </a:xfrm>
        </p:spPr>
        <p:txBody>
          <a:bodyPr/>
          <a:lstStyle/>
          <a:p>
            <a:endParaRPr lang="en-US"/>
          </a:p>
        </p:txBody>
      </p:sp>
      <p:sp>
        <p:nvSpPr>
          <p:cNvPr id="15" name="Marcador de posición de imagen 14">
            <a:extLst>
              <a:ext uri="{FF2B5EF4-FFF2-40B4-BE49-F238E27FC236}">
                <a16:creationId xmlns:a16="http://schemas.microsoft.com/office/drawing/2014/main" id="{F0364417-78DE-A639-CFBE-116FC629FE34}"/>
              </a:ext>
            </a:extLst>
          </p:cNvPr>
          <p:cNvSpPr>
            <a:spLocks noGrp="1"/>
          </p:cNvSpPr>
          <p:nvPr>
            <p:ph type="pic" sz="quarter" idx="15"/>
          </p:nvPr>
        </p:nvSpPr>
        <p:spPr>
          <a:xfrm>
            <a:off x="0" y="-9525"/>
            <a:ext cx="5334000" cy="3438524"/>
          </a:xfrm>
        </p:spPr>
        <p:txBody>
          <a:bodyPr/>
          <a:lstStyle/>
          <a:p>
            <a:endParaRPr lang="en-US"/>
          </a:p>
        </p:txBody>
      </p:sp>
      <p:sp>
        <p:nvSpPr>
          <p:cNvPr id="20" name="Marcador de texto 19">
            <a:extLst>
              <a:ext uri="{FF2B5EF4-FFF2-40B4-BE49-F238E27FC236}">
                <a16:creationId xmlns:a16="http://schemas.microsoft.com/office/drawing/2014/main" id="{4B4773C9-C168-BE6F-704F-6DEAB7703BE8}"/>
              </a:ext>
            </a:extLst>
          </p:cNvPr>
          <p:cNvSpPr>
            <a:spLocks noGrp="1"/>
          </p:cNvSpPr>
          <p:nvPr>
            <p:ph type="body" sz="quarter" idx="16" hasCustomPrompt="1"/>
          </p:nvPr>
        </p:nvSpPr>
        <p:spPr>
          <a:xfrm>
            <a:off x="642938" y="3692524"/>
            <a:ext cx="3395662" cy="2103095"/>
          </a:xfrm>
        </p:spPr>
        <p:txBody>
          <a:bodyPr>
            <a:normAutofit/>
          </a:bodyPr>
          <a:lstStyle>
            <a:lvl1pPr marL="0" indent="0">
              <a:buNone/>
              <a:defRPr sz="4000">
                <a:solidFill>
                  <a:schemeClr val="bg1"/>
                </a:solidFill>
                <a:latin typeface="+mj-lt"/>
              </a:defRPr>
            </a:lvl1pPr>
          </a:lstStyle>
          <a:p>
            <a:pPr lvl="0"/>
            <a:r>
              <a:rPr lang="en-US" dirty="0" err="1"/>
              <a:t>Insertar</a:t>
            </a:r>
            <a:r>
              <a:rPr lang="en-US" dirty="0"/>
              <a:t> </a:t>
            </a:r>
          </a:p>
          <a:p>
            <a:pPr lvl="0"/>
            <a:r>
              <a:rPr lang="en-US" dirty="0" err="1"/>
              <a:t>Titulo</a:t>
            </a:r>
            <a:r>
              <a:rPr lang="en-US" dirty="0"/>
              <a:t> </a:t>
            </a:r>
          </a:p>
          <a:p>
            <a:pPr lvl="0"/>
            <a:r>
              <a:rPr lang="en-US" dirty="0" err="1"/>
              <a:t>Aqui</a:t>
            </a:r>
            <a:endParaRPr lang="en-US" dirty="0"/>
          </a:p>
        </p:txBody>
      </p:sp>
      <p:sp>
        <p:nvSpPr>
          <p:cNvPr id="22" name="Marcador de texto 21">
            <a:extLst>
              <a:ext uri="{FF2B5EF4-FFF2-40B4-BE49-F238E27FC236}">
                <a16:creationId xmlns:a16="http://schemas.microsoft.com/office/drawing/2014/main" id="{0F01AFBB-43A8-C4BA-2374-91321E122FE2}"/>
              </a:ext>
            </a:extLst>
          </p:cNvPr>
          <p:cNvSpPr>
            <a:spLocks noGrp="1"/>
          </p:cNvSpPr>
          <p:nvPr>
            <p:ph type="body" sz="quarter" idx="17" hasCustomPrompt="1"/>
          </p:nvPr>
        </p:nvSpPr>
        <p:spPr>
          <a:xfrm>
            <a:off x="642939" y="5795963"/>
            <a:ext cx="3395662" cy="560387"/>
          </a:xfrm>
        </p:spPr>
        <p:txBody>
          <a:bodyPr>
            <a:normAutofit/>
          </a:bodyPr>
          <a:lstStyle>
            <a:lvl1pPr marL="0" indent="0">
              <a:buNone/>
              <a:defRPr sz="1530">
                <a:solidFill>
                  <a:schemeClr val="bg1"/>
                </a:solidFill>
              </a:defRPr>
            </a:lvl1pPr>
            <a:lvl5pPr>
              <a:defRPr/>
            </a:lvl5pPr>
          </a:lstStyle>
          <a:p>
            <a:pPr lvl="0"/>
            <a:r>
              <a:rPr lang="es-ES" dirty="0"/>
              <a:t>Insertar texto</a:t>
            </a:r>
            <a:endParaRPr lang="en-US" dirty="0"/>
          </a:p>
        </p:txBody>
      </p:sp>
      <p:sp>
        <p:nvSpPr>
          <p:cNvPr id="24" name="Marcador de texto 23">
            <a:extLst>
              <a:ext uri="{FF2B5EF4-FFF2-40B4-BE49-F238E27FC236}">
                <a16:creationId xmlns:a16="http://schemas.microsoft.com/office/drawing/2014/main" id="{0712D5CC-74EF-624D-F9D9-AD852016202E}"/>
              </a:ext>
            </a:extLst>
          </p:cNvPr>
          <p:cNvSpPr>
            <a:spLocks noGrp="1"/>
          </p:cNvSpPr>
          <p:nvPr>
            <p:ph type="body" sz="quarter" idx="18" hasCustomPrompt="1"/>
          </p:nvPr>
        </p:nvSpPr>
        <p:spPr>
          <a:xfrm>
            <a:off x="5667375" y="404814"/>
            <a:ext cx="1441450" cy="733874"/>
          </a:xfrm>
        </p:spPr>
        <p:txBody>
          <a:bodyPr>
            <a:normAutofit/>
          </a:bodyPr>
          <a:lstStyle>
            <a:lvl1pPr marL="0" indent="0">
              <a:buNone/>
              <a:defRPr sz="4000">
                <a:solidFill>
                  <a:schemeClr val="bg1"/>
                </a:solidFill>
                <a:latin typeface="Montserrat "/>
              </a:defRPr>
            </a:lvl1pPr>
            <a:lvl5pPr>
              <a:defRPr/>
            </a:lvl5pPr>
          </a:lstStyle>
          <a:p>
            <a:pPr lvl="0"/>
            <a:r>
              <a:rPr lang="en-US" dirty="0"/>
              <a:t>01</a:t>
            </a:r>
          </a:p>
        </p:txBody>
      </p:sp>
      <p:sp>
        <p:nvSpPr>
          <p:cNvPr id="28" name="Marcador de texto 27">
            <a:extLst>
              <a:ext uri="{FF2B5EF4-FFF2-40B4-BE49-F238E27FC236}">
                <a16:creationId xmlns:a16="http://schemas.microsoft.com/office/drawing/2014/main" id="{2B63B32C-F883-2171-D122-AD76C3E7F888}"/>
              </a:ext>
            </a:extLst>
          </p:cNvPr>
          <p:cNvSpPr>
            <a:spLocks noGrp="1"/>
          </p:cNvSpPr>
          <p:nvPr>
            <p:ph type="body" sz="quarter" idx="19" hasCustomPrompt="1"/>
          </p:nvPr>
        </p:nvSpPr>
        <p:spPr>
          <a:xfrm>
            <a:off x="5667375" y="1276350"/>
            <a:ext cx="2820988" cy="1803400"/>
          </a:xfrm>
        </p:spPr>
        <p:txBody>
          <a:bodyPr>
            <a:normAutofit/>
          </a:bodyPr>
          <a:lstStyle>
            <a:lvl1pPr marL="0" indent="0">
              <a:buNone/>
              <a:defRPr sz="1530">
                <a:solidFill>
                  <a:schemeClr val="bg1"/>
                </a:solidFill>
              </a:defRPr>
            </a:lvl1pPr>
          </a:lstStyle>
          <a:p>
            <a:pPr lvl="0"/>
            <a:r>
              <a:rPr lang="en-US" dirty="0" err="1"/>
              <a:t>Insertar</a:t>
            </a:r>
            <a:r>
              <a:rPr lang="en-US" dirty="0"/>
              <a:t> </a:t>
            </a:r>
            <a:r>
              <a:rPr lang="en-US" dirty="0" err="1"/>
              <a:t>texto</a:t>
            </a:r>
            <a:endParaRPr lang="en-US" dirty="0"/>
          </a:p>
        </p:txBody>
      </p:sp>
      <p:sp>
        <p:nvSpPr>
          <p:cNvPr id="29" name="Marcador de texto 23">
            <a:extLst>
              <a:ext uri="{FF2B5EF4-FFF2-40B4-BE49-F238E27FC236}">
                <a16:creationId xmlns:a16="http://schemas.microsoft.com/office/drawing/2014/main" id="{042F4754-EF41-D025-3469-BA1615E0664B}"/>
              </a:ext>
            </a:extLst>
          </p:cNvPr>
          <p:cNvSpPr>
            <a:spLocks noGrp="1"/>
          </p:cNvSpPr>
          <p:nvPr>
            <p:ph type="body" sz="quarter" idx="20" hasCustomPrompt="1"/>
          </p:nvPr>
        </p:nvSpPr>
        <p:spPr>
          <a:xfrm>
            <a:off x="9105105" y="3747297"/>
            <a:ext cx="1441450" cy="733874"/>
          </a:xfrm>
        </p:spPr>
        <p:txBody>
          <a:bodyPr>
            <a:normAutofit/>
          </a:bodyPr>
          <a:lstStyle>
            <a:lvl1pPr marL="0" indent="0">
              <a:buNone/>
              <a:defRPr sz="4000">
                <a:solidFill>
                  <a:schemeClr val="bg1"/>
                </a:solidFill>
                <a:latin typeface="Montserrat "/>
              </a:defRPr>
            </a:lvl1pPr>
            <a:lvl5pPr>
              <a:defRPr/>
            </a:lvl5pPr>
          </a:lstStyle>
          <a:p>
            <a:pPr lvl="0"/>
            <a:r>
              <a:rPr lang="en-US" dirty="0"/>
              <a:t>02</a:t>
            </a:r>
          </a:p>
        </p:txBody>
      </p:sp>
      <p:sp>
        <p:nvSpPr>
          <p:cNvPr id="30" name="Marcador de texto 27">
            <a:extLst>
              <a:ext uri="{FF2B5EF4-FFF2-40B4-BE49-F238E27FC236}">
                <a16:creationId xmlns:a16="http://schemas.microsoft.com/office/drawing/2014/main" id="{DB42C493-6EB5-C614-7CCB-6B1E67429262}"/>
              </a:ext>
            </a:extLst>
          </p:cNvPr>
          <p:cNvSpPr>
            <a:spLocks noGrp="1"/>
          </p:cNvSpPr>
          <p:nvPr>
            <p:ph type="body" sz="quarter" idx="21" hasCustomPrompt="1"/>
          </p:nvPr>
        </p:nvSpPr>
        <p:spPr>
          <a:xfrm>
            <a:off x="9105105" y="4618833"/>
            <a:ext cx="2820988" cy="1803400"/>
          </a:xfrm>
        </p:spPr>
        <p:txBody>
          <a:bodyPr>
            <a:normAutofit/>
          </a:bodyPr>
          <a:lstStyle>
            <a:lvl1pPr marL="0" indent="0">
              <a:buNone/>
              <a:defRPr sz="1530">
                <a:solidFill>
                  <a:schemeClr val="bg1"/>
                </a:solidFill>
              </a:defRPr>
            </a:lvl1pPr>
          </a:lstStyle>
          <a:p>
            <a:pPr lvl="0"/>
            <a:r>
              <a:rPr lang="en-US" dirty="0" err="1"/>
              <a:t>Insertar</a:t>
            </a:r>
            <a:r>
              <a:rPr lang="en-US" dirty="0"/>
              <a:t> </a:t>
            </a:r>
            <a:r>
              <a:rPr lang="en-US" dirty="0" err="1"/>
              <a:t>texto</a:t>
            </a:r>
            <a:endParaRPr lang="en-US" dirty="0"/>
          </a:p>
        </p:txBody>
      </p:sp>
    </p:spTree>
    <p:extLst>
      <p:ext uri="{BB962C8B-B14F-4D97-AF65-F5344CB8AC3E}">
        <p14:creationId xmlns:p14="http://schemas.microsoft.com/office/powerpoint/2010/main" val="4102659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o hoja completa">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1AF690D-9792-FF99-DE0F-334B038995F8}"/>
              </a:ext>
            </a:extLst>
          </p:cNvPr>
          <p:cNvSpPr>
            <a:spLocks noGrp="1"/>
          </p:cNvSpPr>
          <p:nvPr>
            <p:ph type="dt" sz="half" idx="10"/>
          </p:nvPr>
        </p:nvSpPr>
        <p:spPr/>
        <p:txBody>
          <a:bodyPr/>
          <a:lstStyle/>
          <a:p>
            <a:fld id="{92A45CAA-5BF7-4029-B195-921B8B125CF7}" type="datetime1">
              <a:rPr lang="en-US" smtClean="0"/>
              <a:t>11/14/2025</a:t>
            </a:fld>
            <a:endParaRPr lang="en-US"/>
          </a:p>
        </p:txBody>
      </p:sp>
      <p:sp>
        <p:nvSpPr>
          <p:cNvPr id="3" name="Marcador de pie de página 2">
            <a:extLst>
              <a:ext uri="{FF2B5EF4-FFF2-40B4-BE49-F238E27FC236}">
                <a16:creationId xmlns:a16="http://schemas.microsoft.com/office/drawing/2014/main" id="{05EFC4AC-EDB0-067F-1C2E-368A17340F06}"/>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3C30F63F-EC82-8A77-D83A-3C230AA9439D}"/>
              </a:ext>
            </a:extLst>
          </p:cNvPr>
          <p:cNvSpPr>
            <a:spLocks noGrp="1"/>
          </p:cNvSpPr>
          <p:nvPr>
            <p:ph type="sldNum" sz="quarter" idx="12"/>
          </p:nvPr>
        </p:nvSpPr>
        <p:spPr/>
        <p:txBody>
          <a:bodyPr/>
          <a:lstStyle/>
          <a:p>
            <a:fld id="{22DEA627-8E78-4523-8AD6-2E64EB270591}" type="slidenum">
              <a:rPr lang="en-US" smtClean="0"/>
              <a:t>‹#›</a:t>
            </a:fld>
            <a:endParaRPr lang="en-US"/>
          </a:p>
        </p:txBody>
      </p:sp>
      <p:sp>
        <p:nvSpPr>
          <p:cNvPr id="5" name="Rectángulo 4">
            <a:extLst>
              <a:ext uri="{FF2B5EF4-FFF2-40B4-BE49-F238E27FC236}">
                <a16:creationId xmlns:a16="http://schemas.microsoft.com/office/drawing/2014/main" id="{9A12E59B-4F57-C1C0-519F-5A9E8BB7B8B1}"/>
              </a:ext>
            </a:extLst>
          </p:cNvPr>
          <p:cNvSpPr/>
          <p:nvPr userDrawn="1"/>
        </p:nvSpPr>
        <p:spPr>
          <a:xfrm>
            <a:off x="0" y="0"/>
            <a:ext cx="914400" cy="914400"/>
          </a:xfrm>
          <a:prstGeom prst="rect">
            <a:avLst/>
          </a:prstGeom>
          <a:solidFill>
            <a:srgbClr val="2D31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ángulo 5">
            <a:extLst>
              <a:ext uri="{FF2B5EF4-FFF2-40B4-BE49-F238E27FC236}">
                <a16:creationId xmlns:a16="http://schemas.microsoft.com/office/drawing/2014/main" id="{787D49D9-5E23-FD6D-D3DB-A2DB840D85ED}"/>
              </a:ext>
            </a:extLst>
          </p:cNvPr>
          <p:cNvSpPr/>
          <p:nvPr userDrawn="1"/>
        </p:nvSpPr>
        <p:spPr>
          <a:xfrm rot="16200000">
            <a:off x="6096000" y="-5181600"/>
            <a:ext cx="914400" cy="11277600"/>
          </a:xfrm>
          <a:prstGeom prst="rect">
            <a:avLst/>
          </a:prstGeom>
          <a:solidFill>
            <a:schemeClr val="tx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áfico 6">
            <a:extLst>
              <a:ext uri="{FF2B5EF4-FFF2-40B4-BE49-F238E27FC236}">
                <a16:creationId xmlns:a16="http://schemas.microsoft.com/office/drawing/2014/main" id="{51770E66-71F1-D2E6-0336-88967EC28CC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1793" y="176213"/>
            <a:ext cx="522107" cy="567611"/>
          </a:xfrm>
          <a:prstGeom prst="rect">
            <a:avLst/>
          </a:prstGeom>
        </p:spPr>
      </p:pic>
      <p:sp>
        <p:nvSpPr>
          <p:cNvPr id="9" name="Marcador de texto 8">
            <a:extLst>
              <a:ext uri="{FF2B5EF4-FFF2-40B4-BE49-F238E27FC236}">
                <a16:creationId xmlns:a16="http://schemas.microsoft.com/office/drawing/2014/main" id="{76C61A55-061A-3A0D-FEDF-C145E57E893B}"/>
              </a:ext>
            </a:extLst>
          </p:cNvPr>
          <p:cNvSpPr>
            <a:spLocks noGrp="1"/>
          </p:cNvSpPr>
          <p:nvPr>
            <p:ph type="body" sz="quarter" idx="13" hasCustomPrompt="1"/>
          </p:nvPr>
        </p:nvSpPr>
        <p:spPr>
          <a:xfrm>
            <a:off x="2006600" y="176212"/>
            <a:ext cx="8178800" cy="568325"/>
          </a:xfrm>
        </p:spPr>
        <p:txBody>
          <a:bodyPr>
            <a:normAutofit/>
          </a:bodyPr>
          <a:lstStyle>
            <a:lvl1pPr marL="0" indent="0" algn="ctr">
              <a:buNone/>
              <a:defRPr sz="2470">
                <a:solidFill>
                  <a:schemeClr val="bg1"/>
                </a:solidFill>
              </a:defRPr>
            </a:lvl1pPr>
          </a:lstStyle>
          <a:p>
            <a:pPr lvl="0"/>
            <a:r>
              <a:rPr lang="en-US" dirty="0" err="1"/>
              <a:t>Titulo</a:t>
            </a:r>
            <a:r>
              <a:rPr lang="en-US" dirty="0"/>
              <a:t> del </a:t>
            </a:r>
            <a:r>
              <a:rPr lang="en-US" dirty="0" err="1"/>
              <a:t>tema</a:t>
            </a:r>
            <a:endParaRPr lang="en-US" dirty="0"/>
          </a:p>
        </p:txBody>
      </p:sp>
      <p:sp>
        <p:nvSpPr>
          <p:cNvPr id="11" name="Marcador de texto 10">
            <a:extLst>
              <a:ext uri="{FF2B5EF4-FFF2-40B4-BE49-F238E27FC236}">
                <a16:creationId xmlns:a16="http://schemas.microsoft.com/office/drawing/2014/main" id="{9502E80B-7129-CFD7-51E1-6FBCEA2B1ED1}"/>
              </a:ext>
            </a:extLst>
          </p:cNvPr>
          <p:cNvSpPr>
            <a:spLocks noGrp="1"/>
          </p:cNvSpPr>
          <p:nvPr>
            <p:ph type="body" sz="quarter" idx="14" hasCustomPrompt="1"/>
          </p:nvPr>
        </p:nvSpPr>
        <p:spPr>
          <a:xfrm>
            <a:off x="603250" y="1889185"/>
            <a:ext cx="11050588" cy="4297303"/>
          </a:xfrm>
        </p:spPr>
        <p:txBody>
          <a:bodyPr>
            <a:normAutofit/>
          </a:bodyPr>
          <a:lstStyle>
            <a:lvl1pPr marL="0" indent="0">
              <a:buNone/>
              <a:defRPr sz="1530">
                <a:latin typeface="Montserrat "/>
              </a:defRPr>
            </a:lvl1pPr>
          </a:lstStyle>
          <a:p>
            <a:pPr lvl="0"/>
            <a:r>
              <a:rPr lang="es-ES" dirty="0"/>
              <a:t>Contenido</a:t>
            </a:r>
            <a:endParaRPr lang="en-US" dirty="0"/>
          </a:p>
        </p:txBody>
      </p:sp>
      <p:sp>
        <p:nvSpPr>
          <p:cNvPr id="13" name="Marcador de texto 12">
            <a:extLst>
              <a:ext uri="{FF2B5EF4-FFF2-40B4-BE49-F238E27FC236}">
                <a16:creationId xmlns:a16="http://schemas.microsoft.com/office/drawing/2014/main" id="{78EE0F70-3F07-5FD5-2015-16EDA3CCAF86}"/>
              </a:ext>
            </a:extLst>
          </p:cNvPr>
          <p:cNvSpPr>
            <a:spLocks noGrp="1"/>
          </p:cNvSpPr>
          <p:nvPr>
            <p:ph type="body" sz="quarter" idx="15" hasCustomPrompt="1"/>
          </p:nvPr>
        </p:nvSpPr>
        <p:spPr>
          <a:xfrm>
            <a:off x="603250" y="1258888"/>
            <a:ext cx="11093450" cy="534987"/>
          </a:xfrm>
        </p:spPr>
        <p:txBody>
          <a:bodyPr>
            <a:noAutofit/>
          </a:bodyPr>
          <a:lstStyle>
            <a:lvl1pPr marL="0" indent="0">
              <a:buNone/>
              <a:defRPr sz="2470">
                <a:latin typeface="+mj-lt"/>
              </a:defRPr>
            </a:lvl1pPr>
          </a:lstStyle>
          <a:p>
            <a:pPr lvl="0"/>
            <a:r>
              <a:rPr lang="en-US" dirty="0" err="1"/>
              <a:t>Titulo</a:t>
            </a:r>
            <a:endParaRPr lang="en-US" dirty="0"/>
          </a:p>
        </p:txBody>
      </p:sp>
      <p:pic>
        <p:nvPicPr>
          <p:cNvPr id="19" name="Gráfico 18">
            <a:extLst>
              <a:ext uri="{FF2B5EF4-FFF2-40B4-BE49-F238E27FC236}">
                <a16:creationId xmlns:a16="http://schemas.microsoft.com/office/drawing/2014/main" id="{5B040CD7-DE14-5DDC-85B4-7272E779AA1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048879" y="6186487"/>
            <a:ext cx="1604959" cy="534986"/>
          </a:xfrm>
          <a:prstGeom prst="rect">
            <a:avLst/>
          </a:prstGeom>
        </p:spPr>
      </p:pic>
    </p:spTree>
    <p:extLst>
      <p:ext uri="{BB962C8B-B14F-4D97-AF65-F5344CB8AC3E}">
        <p14:creationId xmlns:p14="http://schemas.microsoft.com/office/powerpoint/2010/main" val="2001587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oble text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41AF690D-9792-FF99-DE0F-334B038995F8}"/>
              </a:ext>
            </a:extLst>
          </p:cNvPr>
          <p:cNvSpPr>
            <a:spLocks noGrp="1"/>
          </p:cNvSpPr>
          <p:nvPr>
            <p:ph type="dt" sz="half" idx="10"/>
          </p:nvPr>
        </p:nvSpPr>
        <p:spPr/>
        <p:txBody>
          <a:bodyPr/>
          <a:lstStyle/>
          <a:p>
            <a:fld id="{92A45CAA-5BF7-4029-B195-921B8B125CF7}" type="datetime1">
              <a:rPr lang="en-US" smtClean="0"/>
              <a:t>11/14/2025</a:t>
            </a:fld>
            <a:endParaRPr lang="en-US"/>
          </a:p>
        </p:txBody>
      </p:sp>
      <p:sp>
        <p:nvSpPr>
          <p:cNvPr id="3" name="Marcador de pie de página 2">
            <a:extLst>
              <a:ext uri="{FF2B5EF4-FFF2-40B4-BE49-F238E27FC236}">
                <a16:creationId xmlns:a16="http://schemas.microsoft.com/office/drawing/2014/main" id="{05EFC4AC-EDB0-067F-1C2E-368A17340F06}"/>
              </a:ext>
            </a:extLst>
          </p:cNvPr>
          <p:cNvSpPr>
            <a:spLocks noGrp="1"/>
          </p:cNvSpPr>
          <p:nvPr>
            <p:ph type="ftr" sz="quarter" idx="11"/>
          </p:nvPr>
        </p:nvSpPr>
        <p:spPr/>
        <p:txBody>
          <a:bodyPr/>
          <a:lstStyle/>
          <a:p>
            <a:endParaRPr lang="en-US"/>
          </a:p>
        </p:txBody>
      </p:sp>
      <p:sp>
        <p:nvSpPr>
          <p:cNvPr id="4" name="Marcador de número de diapositiva 3">
            <a:extLst>
              <a:ext uri="{FF2B5EF4-FFF2-40B4-BE49-F238E27FC236}">
                <a16:creationId xmlns:a16="http://schemas.microsoft.com/office/drawing/2014/main" id="{3C30F63F-EC82-8A77-D83A-3C230AA9439D}"/>
              </a:ext>
            </a:extLst>
          </p:cNvPr>
          <p:cNvSpPr>
            <a:spLocks noGrp="1"/>
          </p:cNvSpPr>
          <p:nvPr>
            <p:ph type="sldNum" sz="quarter" idx="12"/>
          </p:nvPr>
        </p:nvSpPr>
        <p:spPr/>
        <p:txBody>
          <a:bodyPr/>
          <a:lstStyle/>
          <a:p>
            <a:fld id="{22DEA627-8E78-4523-8AD6-2E64EB270591}" type="slidenum">
              <a:rPr lang="en-US" smtClean="0"/>
              <a:t>‹#›</a:t>
            </a:fld>
            <a:endParaRPr lang="en-US"/>
          </a:p>
        </p:txBody>
      </p:sp>
      <p:sp>
        <p:nvSpPr>
          <p:cNvPr id="5" name="Rectángulo 4">
            <a:extLst>
              <a:ext uri="{FF2B5EF4-FFF2-40B4-BE49-F238E27FC236}">
                <a16:creationId xmlns:a16="http://schemas.microsoft.com/office/drawing/2014/main" id="{9A12E59B-4F57-C1C0-519F-5A9E8BB7B8B1}"/>
              </a:ext>
            </a:extLst>
          </p:cNvPr>
          <p:cNvSpPr/>
          <p:nvPr userDrawn="1"/>
        </p:nvSpPr>
        <p:spPr>
          <a:xfrm>
            <a:off x="0" y="0"/>
            <a:ext cx="9144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ángulo 5">
            <a:extLst>
              <a:ext uri="{FF2B5EF4-FFF2-40B4-BE49-F238E27FC236}">
                <a16:creationId xmlns:a16="http://schemas.microsoft.com/office/drawing/2014/main" id="{787D49D9-5E23-FD6D-D3DB-A2DB840D85ED}"/>
              </a:ext>
            </a:extLst>
          </p:cNvPr>
          <p:cNvSpPr/>
          <p:nvPr userDrawn="1"/>
        </p:nvSpPr>
        <p:spPr>
          <a:xfrm rot="16200000">
            <a:off x="6096000" y="-5181600"/>
            <a:ext cx="914400" cy="11277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Gráfico 6">
            <a:extLst>
              <a:ext uri="{FF2B5EF4-FFF2-40B4-BE49-F238E27FC236}">
                <a16:creationId xmlns:a16="http://schemas.microsoft.com/office/drawing/2014/main" id="{51770E66-71F1-D2E6-0336-88967EC28CC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1793" y="176213"/>
            <a:ext cx="522107" cy="567611"/>
          </a:xfrm>
          <a:prstGeom prst="rect">
            <a:avLst/>
          </a:prstGeom>
        </p:spPr>
      </p:pic>
      <p:sp>
        <p:nvSpPr>
          <p:cNvPr id="9" name="Marcador de texto 8">
            <a:extLst>
              <a:ext uri="{FF2B5EF4-FFF2-40B4-BE49-F238E27FC236}">
                <a16:creationId xmlns:a16="http://schemas.microsoft.com/office/drawing/2014/main" id="{76C61A55-061A-3A0D-FEDF-C145E57E893B}"/>
              </a:ext>
            </a:extLst>
          </p:cNvPr>
          <p:cNvSpPr>
            <a:spLocks noGrp="1"/>
          </p:cNvSpPr>
          <p:nvPr>
            <p:ph type="body" sz="quarter" idx="13" hasCustomPrompt="1"/>
          </p:nvPr>
        </p:nvSpPr>
        <p:spPr>
          <a:xfrm>
            <a:off x="2006600" y="176212"/>
            <a:ext cx="8178800" cy="568325"/>
          </a:xfrm>
        </p:spPr>
        <p:txBody>
          <a:bodyPr>
            <a:normAutofit/>
          </a:bodyPr>
          <a:lstStyle>
            <a:lvl1pPr marL="0" indent="0" algn="ctr">
              <a:buNone/>
              <a:defRPr sz="2470">
                <a:solidFill>
                  <a:schemeClr val="bg1"/>
                </a:solidFill>
              </a:defRPr>
            </a:lvl1pPr>
          </a:lstStyle>
          <a:p>
            <a:pPr lvl="0"/>
            <a:r>
              <a:rPr lang="en-US" dirty="0" err="1"/>
              <a:t>Titulo</a:t>
            </a:r>
            <a:r>
              <a:rPr lang="en-US" dirty="0"/>
              <a:t> del </a:t>
            </a:r>
            <a:r>
              <a:rPr lang="en-US" dirty="0" err="1"/>
              <a:t>tema</a:t>
            </a:r>
            <a:endParaRPr lang="en-US" dirty="0"/>
          </a:p>
        </p:txBody>
      </p:sp>
      <p:sp>
        <p:nvSpPr>
          <p:cNvPr id="11" name="Marcador de texto 10">
            <a:extLst>
              <a:ext uri="{FF2B5EF4-FFF2-40B4-BE49-F238E27FC236}">
                <a16:creationId xmlns:a16="http://schemas.microsoft.com/office/drawing/2014/main" id="{9502E80B-7129-CFD7-51E1-6FBCEA2B1ED1}"/>
              </a:ext>
            </a:extLst>
          </p:cNvPr>
          <p:cNvSpPr>
            <a:spLocks noGrp="1"/>
          </p:cNvSpPr>
          <p:nvPr>
            <p:ph type="body" sz="quarter" idx="14" hasCustomPrompt="1"/>
          </p:nvPr>
        </p:nvSpPr>
        <p:spPr>
          <a:xfrm>
            <a:off x="603250" y="1841529"/>
            <a:ext cx="4630601" cy="4297303"/>
          </a:xfrm>
        </p:spPr>
        <p:txBody>
          <a:bodyPr>
            <a:normAutofit/>
          </a:bodyPr>
          <a:lstStyle>
            <a:lvl1pPr marL="0" indent="0">
              <a:buNone/>
              <a:defRPr sz="1530">
                <a:latin typeface="Montserrat "/>
              </a:defRPr>
            </a:lvl1pPr>
          </a:lstStyle>
          <a:p>
            <a:pPr lvl="0"/>
            <a:r>
              <a:rPr lang="es-ES" dirty="0"/>
              <a:t>Contenido</a:t>
            </a:r>
            <a:endParaRPr lang="en-US" dirty="0"/>
          </a:p>
        </p:txBody>
      </p:sp>
      <p:sp>
        <p:nvSpPr>
          <p:cNvPr id="13" name="Marcador de texto 12">
            <a:extLst>
              <a:ext uri="{FF2B5EF4-FFF2-40B4-BE49-F238E27FC236}">
                <a16:creationId xmlns:a16="http://schemas.microsoft.com/office/drawing/2014/main" id="{78EE0F70-3F07-5FD5-2015-16EDA3CCAF86}"/>
              </a:ext>
            </a:extLst>
          </p:cNvPr>
          <p:cNvSpPr>
            <a:spLocks noGrp="1"/>
          </p:cNvSpPr>
          <p:nvPr>
            <p:ph type="body" sz="quarter" idx="15" hasCustomPrompt="1"/>
          </p:nvPr>
        </p:nvSpPr>
        <p:spPr>
          <a:xfrm>
            <a:off x="603250" y="1258888"/>
            <a:ext cx="11093450" cy="534987"/>
          </a:xfrm>
        </p:spPr>
        <p:txBody>
          <a:bodyPr>
            <a:noAutofit/>
          </a:bodyPr>
          <a:lstStyle>
            <a:lvl1pPr marL="0" indent="0">
              <a:buNone/>
              <a:defRPr sz="2470">
                <a:latin typeface="+mj-lt"/>
              </a:defRPr>
            </a:lvl1pPr>
          </a:lstStyle>
          <a:p>
            <a:pPr lvl="0"/>
            <a:r>
              <a:rPr lang="en-US" dirty="0" err="1"/>
              <a:t>Titulo</a:t>
            </a:r>
            <a:endParaRPr lang="en-US" dirty="0"/>
          </a:p>
        </p:txBody>
      </p:sp>
      <p:pic>
        <p:nvPicPr>
          <p:cNvPr id="19" name="Gráfico 18">
            <a:extLst>
              <a:ext uri="{FF2B5EF4-FFF2-40B4-BE49-F238E27FC236}">
                <a16:creationId xmlns:a16="http://schemas.microsoft.com/office/drawing/2014/main" id="{5B040CD7-DE14-5DDC-85B4-7272E779AA1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048879" y="6186487"/>
            <a:ext cx="1604959" cy="534986"/>
          </a:xfrm>
          <a:prstGeom prst="rect">
            <a:avLst/>
          </a:prstGeom>
        </p:spPr>
      </p:pic>
      <p:sp>
        <p:nvSpPr>
          <p:cNvPr id="8" name="Marcador de texto 10">
            <a:extLst>
              <a:ext uri="{FF2B5EF4-FFF2-40B4-BE49-F238E27FC236}">
                <a16:creationId xmlns:a16="http://schemas.microsoft.com/office/drawing/2014/main" id="{BDA7E744-BF18-228B-9E90-4C0E6547AACF}"/>
              </a:ext>
            </a:extLst>
          </p:cNvPr>
          <p:cNvSpPr>
            <a:spLocks noGrp="1"/>
          </p:cNvSpPr>
          <p:nvPr>
            <p:ph type="body" sz="quarter" idx="16" hasCustomPrompt="1"/>
          </p:nvPr>
        </p:nvSpPr>
        <p:spPr>
          <a:xfrm>
            <a:off x="6295299" y="1841529"/>
            <a:ext cx="4630601" cy="4297303"/>
          </a:xfrm>
        </p:spPr>
        <p:txBody>
          <a:bodyPr>
            <a:normAutofit/>
          </a:bodyPr>
          <a:lstStyle>
            <a:lvl1pPr marL="0" indent="0">
              <a:buNone/>
              <a:defRPr sz="1530">
                <a:latin typeface="Montserrat "/>
              </a:defRPr>
            </a:lvl1pPr>
          </a:lstStyle>
          <a:p>
            <a:pPr lvl="0"/>
            <a:r>
              <a:rPr lang="es-ES" dirty="0"/>
              <a:t>Contenido</a:t>
            </a:r>
            <a:endParaRPr lang="en-US" dirty="0"/>
          </a:p>
        </p:txBody>
      </p:sp>
    </p:spTree>
    <p:extLst>
      <p:ext uri="{BB962C8B-B14F-4D97-AF65-F5344CB8AC3E}">
        <p14:creationId xmlns:p14="http://schemas.microsoft.com/office/powerpoint/2010/main" val="3017516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41AD432-C358-E22D-FEA9-46596F6062F6}"/>
              </a:ext>
            </a:extLst>
          </p:cNvPr>
          <p:cNvSpPr>
            <a:spLocks noGrp="1"/>
          </p:cNvSpPr>
          <p:nvPr>
            <p:ph type="dt" sz="half" idx="10"/>
          </p:nvPr>
        </p:nvSpPr>
        <p:spPr/>
        <p:txBody>
          <a:bodyPr/>
          <a:lstStyle/>
          <a:p>
            <a:fld id="{B8E4F715-6807-4443-8E70-66E74FE7EF42}" type="datetime1">
              <a:rPr lang="en-US" smtClean="0"/>
              <a:t>11/14/2025</a:t>
            </a:fld>
            <a:endParaRPr lang="en-US"/>
          </a:p>
        </p:txBody>
      </p:sp>
      <p:sp>
        <p:nvSpPr>
          <p:cNvPr id="5" name="Marcador de pie de página 4">
            <a:extLst>
              <a:ext uri="{FF2B5EF4-FFF2-40B4-BE49-F238E27FC236}">
                <a16:creationId xmlns:a16="http://schemas.microsoft.com/office/drawing/2014/main" id="{58866B76-28D5-A665-8DD2-361564417C79}"/>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C54C699F-1D0C-4048-B6E5-51B1A33EB5A2}"/>
              </a:ext>
            </a:extLst>
          </p:cNvPr>
          <p:cNvSpPr>
            <a:spLocks noGrp="1"/>
          </p:cNvSpPr>
          <p:nvPr>
            <p:ph type="sldNum" sz="quarter" idx="12"/>
          </p:nvPr>
        </p:nvSpPr>
        <p:spPr/>
        <p:txBody>
          <a:bodyPr/>
          <a:lstStyle/>
          <a:p>
            <a:fld id="{22DEA627-8E78-4523-8AD6-2E64EB270591}" type="slidenum">
              <a:rPr lang="en-US" smtClean="0"/>
              <a:t>‹#›</a:t>
            </a:fld>
            <a:endParaRPr lang="en-US"/>
          </a:p>
        </p:txBody>
      </p:sp>
      <p:sp>
        <p:nvSpPr>
          <p:cNvPr id="8" name="Rectángulo 7">
            <a:extLst>
              <a:ext uri="{FF2B5EF4-FFF2-40B4-BE49-F238E27FC236}">
                <a16:creationId xmlns:a16="http://schemas.microsoft.com/office/drawing/2014/main" id="{08857DB6-E145-4E9D-6EC4-8071FE68EF39}"/>
              </a:ext>
            </a:extLst>
          </p:cNvPr>
          <p:cNvSpPr/>
          <p:nvPr userDrawn="1"/>
        </p:nvSpPr>
        <p:spPr>
          <a:xfrm>
            <a:off x="0" y="0"/>
            <a:ext cx="914400" cy="914400"/>
          </a:xfrm>
          <a:prstGeom prst="rect">
            <a:avLst/>
          </a:prstGeom>
          <a:solidFill>
            <a:srgbClr val="2D31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ángulo 8">
            <a:extLst>
              <a:ext uri="{FF2B5EF4-FFF2-40B4-BE49-F238E27FC236}">
                <a16:creationId xmlns:a16="http://schemas.microsoft.com/office/drawing/2014/main" id="{8E848C44-271D-9FE5-D701-904A5164429A}"/>
              </a:ext>
            </a:extLst>
          </p:cNvPr>
          <p:cNvSpPr/>
          <p:nvPr userDrawn="1"/>
        </p:nvSpPr>
        <p:spPr>
          <a:xfrm>
            <a:off x="0" y="914400"/>
            <a:ext cx="914400" cy="5943600"/>
          </a:xfrm>
          <a:prstGeom prst="rect">
            <a:avLst/>
          </a:prstGeom>
          <a:solidFill>
            <a:schemeClr val="tx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áfico 10">
            <a:extLst>
              <a:ext uri="{FF2B5EF4-FFF2-40B4-BE49-F238E27FC236}">
                <a16:creationId xmlns:a16="http://schemas.microsoft.com/office/drawing/2014/main" id="{272F8816-0341-2EAB-D6E6-660D429170F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1793" y="176213"/>
            <a:ext cx="522107" cy="567611"/>
          </a:xfrm>
          <a:prstGeom prst="rect">
            <a:avLst/>
          </a:prstGeom>
        </p:spPr>
      </p:pic>
      <p:sp>
        <p:nvSpPr>
          <p:cNvPr id="2" name="Marcador de texto 8">
            <a:extLst>
              <a:ext uri="{FF2B5EF4-FFF2-40B4-BE49-F238E27FC236}">
                <a16:creationId xmlns:a16="http://schemas.microsoft.com/office/drawing/2014/main" id="{AE4217DC-BB71-8647-BD2B-82FB90F92F6B}"/>
              </a:ext>
            </a:extLst>
          </p:cNvPr>
          <p:cNvSpPr>
            <a:spLocks noGrp="1"/>
          </p:cNvSpPr>
          <p:nvPr>
            <p:ph type="body" sz="quarter" idx="13" hasCustomPrompt="1"/>
          </p:nvPr>
        </p:nvSpPr>
        <p:spPr>
          <a:xfrm rot="5400000">
            <a:off x="-1774419" y="3144837"/>
            <a:ext cx="4428310" cy="568325"/>
          </a:xfrm>
        </p:spPr>
        <p:txBody>
          <a:bodyPr>
            <a:normAutofit/>
          </a:bodyPr>
          <a:lstStyle>
            <a:lvl1pPr marL="0" indent="0" algn="ctr">
              <a:buNone/>
              <a:defRPr sz="2470">
                <a:solidFill>
                  <a:schemeClr val="bg1"/>
                </a:solidFill>
              </a:defRPr>
            </a:lvl1pPr>
          </a:lstStyle>
          <a:p>
            <a:pPr lvl="0"/>
            <a:r>
              <a:rPr lang="en-US" dirty="0" err="1"/>
              <a:t>Titulo</a:t>
            </a:r>
            <a:r>
              <a:rPr lang="en-US" dirty="0"/>
              <a:t> del </a:t>
            </a:r>
            <a:r>
              <a:rPr lang="en-US" dirty="0" err="1"/>
              <a:t>tema</a:t>
            </a:r>
            <a:endParaRPr lang="en-US" dirty="0"/>
          </a:p>
        </p:txBody>
      </p:sp>
      <p:sp>
        <p:nvSpPr>
          <p:cNvPr id="3" name="Marcador de texto 10">
            <a:extLst>
              <a:ext uri="{FF2B5EF4-FFF2-40B4-BE49-F238E27FC236}">
                <a16:creationId xmlns:a16="http://schemas.microsoft.com/office/drawing/2014/main" id="{0E9C3ADD-CDE6-A6F7-6B96-C38FC5F26786}"/>
              </a:ext>
            </a:extLst>
          </p:cNvPr>
          <p:cNvSpPr>
            <a:spLocks noGrp="1"/>
          </p:cNvSpPr>
          <p:nvPr>
            <p:ph type="body" sz="quarter" idx="14" hasCustomPrompt="1"/>
          </p:nvPr>
        </p:nvSpPr>
        <p:spPr>
          <a:xfrm>
            <a:off x="1273810" y="1374121"/>
            <a:ext cx="10230213" cy="4297303"/>
          </a:xfrm>
        </p:spPr>
        <p:txBody>
          <a:bodyPr>
            <a:normAutofit/>
          </a:bodyPr>
          <a:lstStyle>
            <a:lvl1pPr marL="0" indent="0">
              <a:buNone/>
              <a:defRPr sz="1530">
                <a:latin typeface="Montserrat "/>
              </a:defRPr>
            </a:lvl1pPr>
          </a:lstStyle>
          <a:p>
            <a:pPr lvl="0"/>
            <a:r>
              <a:rPr lang="es-ES" dirty="0"/>
              <a:t>Contenido</a:t>
            </a:r>
            <a:endParaRPr lang="en-US" dirty="0"/>
          </a:p>
        </p:txBody>
      </p:sp>
      <p:sp>
        <p:nvSpPr>
          <p:cNvPr id="7" name="Marcador de texto 12">
            <a:extLst>
              <a:ext uri="{FF2B5EF4-FFF2-40B4-BE49-F238E27FC236}">
                <a16:creationId xmlns:a16="http://schemas.microsoft.com/office/drawing/2014/main" id="{C6F47F92-2485-6664-3B4B-FCAE6E45C9C9}"/>
              </a:ext>
            </a:extLst>
          </p:cNvPr>
          <p:cNvSpPr>
            <a:spLocks noGrp="1"/>
          </p:cNvSpPr>
          <p:nvPr>
            <p:ph type="body" sz="quarter" idx="15" hasCustomPrompt="1"/>
          </p:nvPr>
        </p:nvSpPr>
        <p:spPr>
          <a:xfrm>
            <a:off x="1273810" y="743824"/>
            <a:ext cx="10269893" cy="534987"/>
          </a:xfrm>
        </p:spPr>
        <p:txBody>
          <a:bodyPr>
            <a:noAutofit/>
          </a:bodyPr>
          <a:lstStyle>
            <a:lvl1pPr marL="0" indent="0">
              <a:buNone/>
              <a:defRPr sz="2470">
                <a:latin typeface="+mj-lt"/>
              </a:defRPr>
            </a:lvl1pPr>
          </a:lstStyle>
          <a:p>
            <a:pPr lvl="0"/>
            <a:r>
              <a:rPr lang="en-US" dirty="0" err="1"/>
              <a:t>Titulo</a:t>
            </a:r>
            <a:endParaRPr lang="en-US" dirty="0"/>
          </a:p>
        </p:txBody>
      </p:sp>
    </p:spTree>
    <p:extLst>
      <p:ext uri="{BB962C8B-B14F-4D97-AF65-F5344CB8AC3E}">
        <p14:creationId xmlns:p14="http://schemas.microsoft.com/office/powerpoint/2010/main" val="324906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Encabezado de sección">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941AD432-C358-E22D-FEA9-46596F6062F6}"/>
              </a:ext>
            </a:extLst>
          </p:cNvPr>
          <p:cNvSpPr>
            <a:spLocks noGrp="1"/>
          </p:cNvSpPr>
          <p:nvPr>
            <p:ph type="dt" sz="half" idx="10"/>
          </p:nvPr>
        </p:nvSpPr>
        <p:spPr/>
        <p:txBody>
          <a:bodyPr/>
          <a:lstStyle/>
          <a:p>
            <a:fld id="{B8E4F715-6807-4443-8E70-66E74FE7EF42}" type="datetime1">
              <a:rPr lang="en-US" smtClean="0"/>
              <a:t>11/14/2025</a:t>
            </a:fld>
            <a:endParaRPr lang="en-US"/>
          </a:p>
        </p:txBody>
      </p:sp>
      <p:sp>
        <p:nvSpPr>
          <p:cNvPr id="5" name="Marcador de pie de página 4">
            <a:extLst>
              <a:ext uri="{FF2B5EF4-FFF2-40B4-BE49-F238E27FC236}">
                <a16:creationId xmlns:a16="http://schemas.microsoft.com/office/drawing/2014/main" id="{58866B76-28D5-A665-8DD2-361564417C79}"/>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C54C699F-1D0C-4048-B6E5-51B1A33EB5A2}"/>
              </a:ext>
            </a:extLst>
          </p:cNvPr>
          <p:cNvSpPr>
            <a:spLocks noGrp="1"/>
          </p:cNvSpPr>
          <p:nvPr>
            <p:ph type="sldNum" sz="quarter" idx="12"/>
          </p:nvPr>
        </p:nvSpPr>
        <p:spPr/>
        <p:txBody>
          <a:bodyPr/>
          <a:lstStyle/>
          <a:p>
            <a:fld id="{22DEA627-8E78-4523-8AD6-2E64EB270591}" type="slidenum">
              <a:rPr lang="en-US" smtClean="0"/>
              <a:t>‹#›</a:t>
            </a:fld>
            <a:endParaRPr lang="en-US"/>
          </a:p>
        </p:txBody>
      </p:sp>
      <p:sp>
        <p:nvSpPr>
          <p:cNvPr id="8" name="Rectángulo 7">
            <a:extLst>
              <a:ext uri="{FF2B5EF4-FFF2-40B4-BE49-F238E27FC236}">
                <a16:creationId xmlns:a16="http://schemas.microsoft.com/office/drawing/2014/main" id="{08857DB6-E145-4E9D-6EC4-8071FE68EF39}"/>
              </a:ext>
            </a:extLst>
          </p:cNvPr>
          <p:cNvSpPr/>
          <p:nvPr userDrawn="1"/>
        </p:nvSpPr>
        <p:spPr>
          <a:xfrm>
            <a:off x="0" y="0"/>
            <a:ext cx="9144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ángulo 8">
            <a:extLst>
              <a:ext uri="{FF2B5EF4-FFF2-40B4-BE49-F238E27FC236}">
                <a16:creationId xmlns:a16="http://schemas.microsoft.com/office/drawing/2014/main" id="{8E848C44-271D-9FE5-D701-904A5164429A}"/>
              </a:ext>
            </a:extLst>
          </p:cNvPr>
          <p:cNvSpPr/>
          <p:nvPr userDrawn="1"/>
        </p:nvSpPr>
        <p:spPr>
          <a:xfrm>
            <a:off x="0" y="914400"/>
            <a:ext cx="914400" cy="5943600"/>
          </a:xfrm>
          <a:prstGeom prst="rect">
            <a:avLst/>
          </a:prstGeom>
          <a:solidFill>
            <a:srgbClr val="2D31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Gráfico 10">
            <a:extLst>
              <a:ext uri="{FF2B5EF4-FFF2-40B4-BE49-F238E27FC236}">
                <a16:creationId xmlns:a16="http://schemas.microsoft.com/office/drawing/2014/main" id="{272F8816-0341-2EAB-D6E6-660D429170F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01793" y="176213"/>
            <a:ext cx="522107" cy="567611"/>
          </a:xfrm>
          <a:prstGeom prst="rect">
            <a:avLst/>
          </a:prstGeom>
        </p:spPr>
      </p:pic>
      <p:sp>
        <p:nvSpPr>
          <p:cNvPr id="2" name="Marcador de texto 8">
            <a:extLst>
              <a:ext uri="{FF2B5EF4-FFF2-40B4-BE49-F238E27FC236}">
                <a16:creationId xmlns:a16="http://schemas.microsoft.com/office/drawing/2014/main" id="{AE4217DC-BB71-8647-BD2B-82FB90F92F6B}"/>
              </a:ext>
            </a:extLst>
          </p:cNvPr>
          <p:cNvSpPr>
            <a:spLocks noGrp="1"/>
          </p:cNvSpPr>
          <p:nvPr>
            <p:ph type="body" sz="quarter" idx="13" hasCustomPrompt="1"/>
          </p:nvPr>
        </p:nvSpPr>
        <p:spPr>
          <a:xfrm rot="5400000">
            <a:off x="-1774419" y="3144837"/>
            <a:ext cx="4428310" cy="568325"/>
          </a:xfrm>
        </p:spPr>
        <p:txBody>
          <a:bodyPr>
            <a:normAutofit/>
          </a:bodyPr>
          <a:lstStyle>
            <a:lvl1pPr marL="0" indent="0" algn="ctr">
              <a:buNone/>
              <a:defRPr sz="2470">
                <a:solidFill>
                  <a:schemeClr val="bg1"/>
                </a:solidFill>
              </a:defRPr>
            </a:lvl1pPr>
          </a:lstStyle>
          <a:p>
            <a:pPr lvl="0"/>
            <a:r>
              <a:rPr lang="en-US" dirty="0" err="1"/>
              <a:t>Titulo</a:t>
            </a:r>
            <a:r>
              <a:rPr lang="en-US" dirty="0"/>
              <a:t> del </a:t>
            </a:r>
            <a:r>
              <a:rPr lang="en-US" dirty="0" err="1"/>
              <a:t>tema</a:t>
            </a:r>
            <a:endParaRPr lang="en-US" dirty="0"/>
          </a:p>
        </p:txBody>
      </p:sp>
      <p:sp>
        <p:nvSpPr>
          <p:cNvPr id="3" name="Marcador de texto 10">
            <a:extLst>
              <a:ext uri="{FF2B5EF4-FFF2-40B4-BE49-F238E27FC236}">
                <a16:creationId xmlns:a16="http://schemas.microsoft.com/office/drawing/2014/main" id="{EA613620-E374-91D5-AE91-5BA1E2B32C9E}"/>
              </a:ext>
            </a:extLst>
          </p:cNvPr>
          <p:cNvSpPr>
            <a:spLocks noGrp="1"/>
          </p:cNvSpPr>
          <p:nvPr>
            <p:ph type="body" sz="quarter" idx="14" hasCustomPrompt="1"/>
          </p:nvPr>
        </p:nvSpPr>
        <p:spPr>
          <a:xfrm>
            <a:off x="1273810" y="1374121"/>
            <a:ext cx="10230213" cy="4297303"/>
          </a:xfrm>
        </p:spPr>
        <p:txBody>
          <a:bodyPr>
            <a:normAutofit/>
          </a:bodyPr>
          <a:lstStyle>
            <a:lvl1pPr marL="0" indent="0">
              <a:buNone/>
              <a:defRPr sz="1530">
                <a:latin typeface="Montserrat "/>
              </a:defRPr>
            </a:lvl1pPr>
          </a:lstStyle>
          <a:p>
            <a:pPr lvl="0"/>
            <a:r>
              <a:rPr lang="es-ES" dirty="0"/>
              <a:t>Contenido</a:t>
            </a:r>
            <a:endParaRPr lang="en-US" dirty="0"/>
          </a:p>
        </p:txBody>
      </p:sp>
      <p:sp>
        <p:nvSpPr>
          <p:cNvPr id="7" name="Marcador de texto 12">
            <a:extLst>
              <a:ext uri="{FF2B5EF4-FFF2-40B4-BE49-F238E27FC236}">
                <a16:creationId xmlns:a16="http://schemas.microsoft.com/office/drawing/2014/main" id="{1B87546A-4A19-016D-5754-8EA013DE099C}"/>
              </a:ext>
            </a:extLst>
          </p:cNvPr>
          <p:cNvSpPr>
            <a:spLocks noGrp="1"/>
          </p:cNvSpPr>
          <p:nvPr>
            <p:ph type="body" sz="quarter" idx="15" hasCustomPrompt="1"/>
          </p:nvPr>
        </p:nvSpPr>
        <p:spPr>
          <a:xfrm>
            <a:off x="1273810" y="743824"/>
            <a:ext cx="10269893" cy="534987"/>
          </a:xfrm>
        </p:spPr>
        <p:txBody>
          <a:bodyPr>
            <a:noAutofit/>
          </a:bodyPr>
          <a:lstStyle>
            <a:lvl1pPr marL="0" indent="0">
              <a:buNone/>
              <a:defRPr sz="2470">
                <a:latin typeface="+mj-lt"/>
              </a:defRPr>
            </a:lvl1pPr>
          </a:lstStyle>
          <a:p>
            <a:pPr lvl="0"/>
            <a:r>
              <a:rPr lang="en-US" dirty="0" err="1"/>
              <a:t>Titulo</a:t>
            </a:r>
            <a:endParaRPr lang="en-US" dirty="0"/>
          </a:p>
        </p:txBody>
      </p:sp>
    </p:spTree>
    <p:extLst>
      <p:ext uri="{BB962C8B-B14F-4D97-AF65-F5344CB8AC3E}">
        <p14:creationId xmlns:p14="http://schemas.microsoft.com/office/powerpoint/2010/main" val="2280475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Variacion">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71664FF-5C22-5E99-F49E-B8F5A1FBC905}"/>
              </a:ext>
            </a:extLst>
          </p:cNvPr>
          <p:cNvSpPr/>
          <p:nvPr userDrawn="1"/>
        </p:nvSpPr>
        <p:spPr>
          <a:xfrm>
            <a:off x="0" y="0"/>
            <a:ext cx="6096000" cy="6858000"/>
          </a:xfrm>
          <a:prstGeom prst="rect">
            <a:avLst/>
          </a:prstGeom>
          <a:solidFill>
            <a:srgbClr val="2D31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ítulo 1">
            <a:extLst>
              <a:ext uri="{FF2B5EF4-FFF2-40B4-BE49-F238E27FC236}">
                <a16:creationId xmlns:a16="http://schemas.microsoft.com/office/drawing/2014/main" id="{2494F434-A6A8-F9C6-ECD1-FE4637622D94}"/>
              </a:ext>
            </a:extLst>
          </p:cNvPr>
          <p:cNvSpPr>
            <a:spLocks noGrp="1"/>
          </p:cNvSpPr>
          <p:nvPr>
            <p:ph type="title" hasCustomPrompt="1"/>
          </p:nvPr>
        </p:nvSpPr>
        <p:spPr>
          <a:xfrm>
            <a:off x="839788" y="987424"/>
            <a:ext cx="3932237" cy="1069975"/>
          </a:xfrm>
        </p:spPr>
        <p:txBody>
          <a:bodyPr anchor="b"/>
          <a:lstStyle>
            <a:lvl1pPr>
              <a:defRPr sz="3200">
                <a:solidFill>
                  <a:schemeClr val="bg1"/>
                </a:solidFill>
              </a:defRPr>
            </a:lvl1pPr>
          </a:lstStyle>
          <a:p>
            <a:r>
              <a:rPr lang="es-ES" dirty="0"/>
              <a:t>Titulo</a:t>
            </a:r>
            <a:endParaRPr lang="en-US" dirty="0"/>
          </a:p>
        </p:txBody>
      </p:sp>
      <p:sp>
        <p:nvSpPr>
          <p:cNvPr id="3" name="Marcador de posición de imagen 2">
            <a:extLst>
              <a:ext uri="{FF2B5EF4-FFF2-40B4-BE49-F238E27FC236}">
                <a16:creationId xmlns:a16="http://schemas.microsoft.com/office/drawing/2014/main" id="{60505B12-121B-95B6-3977-98603224B58F}"/>
              </a:ext>
            </a:extLst>
          </p:cNvPr>
          <p:cNvSpPr>
            <a:spLocks noGrp="1"/>
          </p:cNvSpPr>
          <p:nvPr>
            <p:ph type="pic" idx="1"/>
          </p:nvPr>
        </p:nvSpPr>
        <p:spPr>
          <a:xfrm>
            <a:off x="6627222" y="987425"/>
            <a:ext cx="4728165"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Marcador de texto 3">
            <a:extLst>
              <a:ext uri="{FF2B5EF4-FFF2-40B4-BE49-F238E27FC236}">
                <a16:creationId xmlns:a16="http://schemas.microsoft.com/office/drawing/2014/main" id="{382055DD-EF92-1A2A-287D-236926BBECEA}"/>
              </a:ext>
            </a:extLst>
          </p:cNvPr>
          <p:cNvSpPr>
            <a:spLocks noGrp="1"/>
          </p:cNvSpPr>
          <p:nvPr>
            <p:ph type="body" sz="half" idx="2" hasCustomPrompt="1"/>
          </p:nvPr>
        </p:nvSpPr>
        <p:spPr>
          <a:xfrm>
            <a:off x="839788" y="2057400"/>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dirty="0"/>
              <a:t>Texto</a:t>
            </a:r>
          </a:p>
        </p:txBody>
      </p:sp>
      <p:sp>
        <p:nvSpPr>
          <p:cNvPr id="5" name="Marcador de fecha 4">
            <a:extLst>
              <a:ext uri="{FF2B5EF4-FFF2-40B4-BE49-F238E27FC236}">
                <a16:creationId xmlns:a16="http://schemas.microsoft.com/office/drawing/2014/main" id="{B9672752-0BF7-4526-991A-2E214D882726}"/>
              </a:ext>
            </a:extLst>
          </p:cNvPr>
          <p:cNvSpPr>
            <a:spLocks noGrp="1"/>
          </p:cNvSpPr>
          <p:nvPr>
            <p:ph type="dt" sz="half" idx="10"/>
          </p:nvPr>
        </p:nvSpPr>
        <p:spPr/>
        <p:txBody>
          <a:bodyPr/>
          <a:lstStyle/>
          <a:p>
            <a:fld id="{E823389F-005A-47A5-BEAA-64C65CA7CE55}" type="datetime1">
              <a:rPr lang="en-US" smtClean="0"/>
              <a:t>11/14/2025</a:t>
            </a:fld>
            <a:endParaRPr lang="en-US"/>
          </a:p>
        </p:txBody>
      </p:sp>
      <p:sp>
        <p:nvSpPr>
          <p:cNvPr id="6" name="Marcador de pie de página 5">
            <a:extLst>
              <a:ext uri="{FF2B5EF4-FFF2-40B4-BE49-F238E27FC236}">
                <a16:creationId xmlns:a16="http://schemas.microsoft.com/office/drawing/2014/main" id="{3FD514A2-78D2-2BD0-D424-EEF01189C509}"/>
              </a:ext>
            </a:extLst>
          </p:cNvPr>
          <p:cNvSpPr>
            <a:spLocks noGrp="1"/>
          </p:cNvSpPr>
          <p:nvPr>
            <p:ph type="ftr" sz="quarter" idx="11"/>
          </p:nvPr>
        </p:nvSpPr>
        <p:spPr/>
        <p:txBody>
          <a:bodyPr/>
          <a:lstStyle/>
          <a:p>
            <a:endParaRPr lang="en-US"/>
          </a:p>
        </p:txBody>
      </p:sp>
      <p:sp>
        <p:nvSpPr>
          <p:cNvPr id="7" name="Marcador de número de diapositiva 6">
            <a:extLst>
              <a:ext uri="{FF2B5EF4-FFF2-40B4-BE49-F238E27FC236}">
                <a16:creationId xmlns:a16="http://schemas.microsoft.com/office/drawing/2014/main" id="{A239729D-0B81-FD51-CF25-DC70BE728B0A}"/>
              </a:ext>
            </a:extLst>
          </p:cNvPr>
          <p:cNvSpPr>
            <a:spLocks noGrp="1"/>
          </p:cNvSpPr>
          <p:nvPr>
            <p:ph type="sldNum" sz="quarter" idx="12"/>
          </p:nvPr>
        </p:nvSpPr>
        <p:spPr/>
        <p:txBody>
          <a:bodyPr/>
          <a:lstStyle/>
          <a:p>
            <a:fld id="{22DEA627-8E78-4523-8AD6-2E64EB270591}" type="slidenum">
              <a:rPr lang="en-US" smtClean="0"/>
              <a:t>‹#›</a:t>
            </a:fld>
            <a:endParaRPr lang="en-US"/>
          </a:p>
        </p:txBody>
      </p:sp>
      <p:pic>
        <p:nvPicPr>
          <p:cNvPr id="9" name="Gráfico 8">
            <a:extLst>
              <a:ext uri="{FF2B5EF4-FFF2-40B4-BE49-F238E27FC236}">
                <a16:creationId xmlns:a16="http://schemas.microsoft.com/office/drawing/2014/main" id="{98791EA5-D238-38F9-509C-A93A2D92B59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8200" y="6186489"/>
            <a:ext cx="1604959" cy="534986"/>
          </a:xfrm>
          <a:prstGeom prst="rect">
            <a:avLst/>
          </a:prstGeom>
        </p:spPr>
      </p:pic>
    </p:spTree>
    <p:extLst>
      <p:ext uri="{BB962C8B-B14F-4D97-AF65-F5344CB8AC3E}">
        <p14:creationId xmlns:p14="http://schemas.microsoft.com/office/powerpoint/2010/main" val="3890737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5AC5DF8E-9D07-8467-5C83-FC9D8DEDAC35}"/>
              </a:ext>
            </a:extLst>
          </p:cNvPr>
          <p:cNvSpPr>
            <a:spLocks noGrp="1"/>
          </p:cNvSpPr>
          <p:nvPr>
            <p:ph type="dt" sz="half" idx="10"/>
          </p:nvPr>
        </p:nvSpPr>
        <p:spPr/>
        <p:txBody>
          <a:bodyPr/>
          <a:lstStyle/>
          <a:p>
            <a:fld id="{AD8ED844-CB79-4263-A9D9-2A6078EFE746}" type="datetime1">
              <a:rPr lang="en-US" smtClean="0"/>
              <a:t>11/14/2025</a:t>
            </a:fld>
            <a:endParaRPr lang="en-US"/>
          </a:p>
        </p:txBody>
      </p:sp>
      <p:sp>
        <p:nvSpPr>
          <p:cNvPr id="4" name="Marcador de pie de página 3">
            <a:extLst>
              <a:ext uri="{FF2B5EF4-FFF2-40B4-BE49-F238E27FC236}">
                <a16:creationId xmlns:a16="http://schemas.microsoft.com/office/drawing/2014/main" id="{2790785E-8DEC-BD9F-2FF5-C45891D07CFC}"/>
              </a:ext>
            </a:extLst>
          </p:cNvPr>
          <p:cNvSpPr>
            <a:spLocks noGrp="1"/>
          </p:cNvSpPr>
          <p:nvPr>
            <p:ph type="ftr" sz="quarter" idx="11"/>
          </p:nvPr>
        </p:nvSpPr>
        <p:spPr/>
        <p:txBody>
          <a:bodyPr/>
          <a:lstStyle/>
          <a:p>
            <a:endParaRPr lang="en-US"/>
          </a:p>
        </p:txBody>
      </p:sp>
      <p:sp>
        <p:nvSpPr>
          <p:cNvPr id="5" name="Marcador de número de diapositiva 4">
            <a:extLst>
              <a:ext uri="{FF2B5EF4-FFF2-40B4-BE49-F238E27FC236}">
                <a16:creationId xmlns:a16="http://schemas.microsoft.com/office/drawing/2014/main" id="{051E7041-A419-1323-3042-DF2991E26D50}"/>
              </a:ext>
            </a:extLst>
          </p:cNvPr>
          <p:cNvSpPr>
            <a:spLocks noGrp="1"/>
          </p:cNvSpPr>
          <p:nvPr>
            <p:ph type="sldNum" sz="quarter" idx="12"/>
          </p:nvPr>
        </p:nvSpPr>
        <p:spPr/>
        <p:txBody>
          <a:bodyPr/>
          <a:lstStyle/>
          <a:p>
            <a:fld id="{22DEA627-8E78-4523-8AD6-2E64EB270591}" type="slidenum">
              <a:rPr lang="en-US" smtClean="0"/>
              <a:t>‹#›</a:t>
            </a:fld>
            <a:endParaRPr lang="en-US"/>
          </a:p>
        </p:txBody>
      </p:sp>
      <p:sp>
        <p:nvSpPr>
          <p:cNvPr id="7" name="Rectángulo 6">
            <a:extLst>
              <a:ext uri="{FF2B5EF4-FFF2-40B4-BE49-F238E27FC236}">
                <a16:creationId xmlns:a16="http://schemas.microsoft.com/office/drawing/2014/main" id="{812809BA-0869-E924-595B-1B6C91E9847C}"/>
              </a:ext>
            </a:extLst>
          </p:cNvPr>
          <p:cNvSpPr/>
          <p:nvPr userDrawn="1"/>
        </p:nvSpPr>
        <p:spPr>
          <a:xfrm>
            <a:off x="6096001" y="0"/>
            <a:ext cx="6096000" cy="6857999"/>
          </a:xfrm>
          <a:prstGeom prst="rect">
            <a:avLst/>
          </a:prstGeom>
          <a:solidFill>
            <a:srgbClr val="2D31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3195873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B2CDCD-6BC2-EC3A-3363-53DF0EC1AD1E}"/>
              </a:ext>
            </a:extLst>
          </p:cNvPr>
          <p:cNvSpPr>
            <a:spLocks noGrp="1"/>
          </p:cNvSpPr>
          <p:nvPr>
            <p:ph type="title"/>
          </p:nvPr>
        </p:nvSpPr>
        <p:spPr/>
        <p:txBody>
          <a:bodyPr/>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A2E75770-292C-171D-5F12-FB5AD3F6B61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93300129-D3E1-74BE-F190-AFEEA4006639}"/>
              </a:ext>
            </a:extLst>
          </p:cNvPr>
          <p:cNvSpPr>
            <a:spLocks noGrp="1"/>
          </p:cNvSpPr>
          <p:nvPr>
            <p:ph type="dt" sz="half" idx="10"/>
          </p:nvPr>
        </p:nvSpPr>
        <p:spPr/>
        <p:txBody>
          <a:bodyPr/>
          <a:lstStyle/>
          <a:p>
            <a:fld id="{219BEFEB-B828-486B-B65E-9C7DFBB23D69}" type="datetime1">
              <a:rPr lang="en-US" smtClean="0"/>
              <a:t>11/14/2025</a:t>
            </a:fld>
            <a:endParaRPr lang="en-US"/>
          </a:p>
        </p:txBody>
      </p:sp>
      <p:sp>
        <p:nvSpPr>
          <p:cNvPr id="5" name="Marcador de pie de página 4">
            <a:extLst>
              <a:ext uri="{FF2B5EF4-FFF2-40B4-BE49-F238E27FC236}">
                <a16:creationId xmlns:a16="http://schemas.microsoft.com/office/drawing/2014/main" id="{9AF6D5D3-4387-6C43-DF11-A9F0CCF8CB6C}"/>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89AC8E7B-E415-4030-9279-DC617FB5709A}"/>
              </a:ext>
            </a:extLst>
          </p:cNvPr>
          <p:cNvSpPr>
            <a:spLocks noGrp="1"/>
          </p:cNvSpPr>
          <p:nvPr>
            <p:ph type="sldNum" sz="quarter" idx="12"/>
          </p:nvPr>
        </p:nvSpPr>
        <p:spPr/>
        <p:txBody>
          <a:bodyPr/>
          <a:lstStyle/>
          <a:p>
            <a:fld id="{22DEA627-8E78-4523-8AD6-2E64EB270591}" type="slidenum">
              <a:rPr lang="en-US" smtClean="0"/>
              <a:t>‹#›</a:t>
            </a:fld>
            <a:endParaRPr lang="en-US"/>
          </a:p>
        </p:txBody>
      </p:sp>
    </p:spTree>
    <p:extLst>
      <p:ext uri="{BB962C8B-B14F-4D97-AF65-F5344CB8AC3E}">
        <p14:creationId xmlns:p14="http://schemas.microsoft.com/office/powerpoint/2010/main" val="3319207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C54FEF0-480B-B653-7913-58D2C7268ABA}"/>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Marcador de texto vertical 2">
            <a:extLst>
              <a:ext uri="{FF2B5EF4-FFF2-40B4-BE49-F238E27FC236}">
                <a16:creationId xmlns:a16="http://schemas.microsoft.com/office/drawing/2014/main" id="{E6C85649-2CDE-14A4-D565-EF2274E982E0}"/>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Marcador de fecha 3">
            <a:extLst>
              <a:ext uri="{FF2B5EF4-FFF2-40B4-BE49-F238E27FC236}">
                <a16:creationId xmlns:a16="http://schemas.microsoft.com/office/drawing/2014/main" id="{D8E1FB7E-32B4-4664-050A-43F1542D0ECC}"/>
              </a:ext>
            </a:extLst>
          </p:cNvPr>
          <p:cNvSpPr>
            <a:spLocks noGrp="1"/>
          </p:cNvSpPr>
          <p:nvPr>
            <p:ph type="dt" sz="half" idx="10"/>
          </p:nvPr>
        </p:nvSpPr>
        <p:spPr/>
        <p:txBody>
          <a:bodyPr/>
          <a:lstStyle/>
          <a:p>
            <a:fld id="{39E1E4B0-8A2C-44A5-BD9A-3420DE1C30E4}" type="datetime1">
              <a:rPr lang="en-US" smtClean="0"/>
              <a:t>11/14/2025</a:t>
            </a:fld>
            <a:endParaRPr lang="en-US"/>
          </a:p>
        </p:txBody>
      </p:sp>
      <p:sp>
        <p:nvSpPr>
          <p:cNvPr id="5" name="Marcador de pie de página 4">
            <a:extLst>
              <a:ext uri="{FF2B5EF4-FFF2-40B4-BE49-F238E27FC236}">
                <a16:creationId xmlns:a16="http://schemas.microsoft.com/office/drawing/2014/main" id="{07219DA4-B470-4EE6-473D-080E3EB0090E}"/>
              </a:ext>
            </a:extLst>
          </p:cNvPr>
          <p:cNvSpPr>
            <a:spLocks noGrp="1"/>
          </p:cNvSpPr>
          <p:nvPr>
            <p:ph type="ftr" sz="quarter" idx="11"/>
          </p:nvPr>
        </p:nvSpPr>
        <p:spPr/>
        <p:txBody>
          <a:bodyPr/>
          <a:lstStyle/>
          <a:p>
            <a:endParaRPr lang="en-US"/>
          </a:p>
        </p:txBody>
      </p:sp>
      <p:sp>
        <p:nvSpPr>
          <p:cNvPr id="6" name="Marcador de número de diapositiva 5">
            <a:extLst>
              <a:ext uri="{FF2B5EF4-FFF2-40B4-BE49-F238E27FC236}">
                <a16:creationId xmlns:a16="http://schemas.microsoft.com/office/drawing/2014/main" id="{B70F0152-0602-3514-E3E3-7A97C32E1DDD}"/>
              </a:ext>
            </a:extLst>
          </p:cNvPr>
          <p:cNvSpPr>
            <a:spLocks noGrp="1"/>
          </p:cNvSpPr>
          <p:nvPr>
            <p:ph type="sldNum" sz="quarter" idx="12"/>
          </p:nvPr>
        </p:nvSpPr>
        <p:spPr/>
        <p:txBody>
          <a:bodyPr/>
          <a:lstStyle/>
          <a:p>
            <a:fld id="{22DEA627-8E78-4523-8AD6-2E64EB270591}" type="slidenum">
              <a:rPr lang="en-US" smtClean="0"/>
              <a:t>‹#›</a:t>
            </a:fld>
            <a:endParaRPr lang="en-US"/>
          </a:p>
        </p:txBody>
      </p:sp>
    </p:spTree>
    <p:extLst>
      <p:ext uri="{BB962C8B-B14F-4D97-AF65-F5344CB8AC3E}">
        <p14:creationId xmlns:p14="http://schemas.microsoft.com/office/powerpoint/2010/main" val="3288779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A2E11DB-4B81-A335-A893-205457FC0C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n-US" dirty="0"/>
          </a:p>
        </p:txBody>
      </p:sp>
      <p:sp>
        <p:nvSpPr>
          <p:cNvPr id="3" name="Marcador de texto 2">
            <a:extLst>
              <a:ext uri="{FF2B5EF4-FFF2-40B4-BE49-F238E27FC236}">
                <a16:creationId xmlns:a16="http://schemas.microsoft.com/office/drawing/2014/main" id="{AED32068-62AE-9B51-7655-476471DE4C2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n-US" dirty="0"/>
          </a:p>
        </p:txBody>
      </p:sp>
      <p:sp>
        <p:nvSpPr>
          <p:cNvPr id="4" name="Marcador de fecha 3">
            <a:extLst>
              <a:ext uri="{FF2B5EF4-FFF2-40B4-BE49-F238E27FC236}">
                <a16:creationId xmlns:a16="http://schemas.microsoft.com/office/drawing/2014/main" id="{EB3BDA5D-00F8-E71B-1EBC-071D634B9F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3FA041-54C8-461C-9A22-4FD387F84E76}" type="datetime1">
              <a:rPr lang="en-US" smtClean="0"/>
              <a:t>11/14/2025</a:t>
            </a:fld>
            <a:endParaRPr lang="en-US"/>
          </a:p>
        </p:txBody>
      </p:sp>
      <p:sp>
        <p:nvSpPr>
          <p:cNvPr id="5" name="Marcador de pie de página 4">
            <a:extLst>
              <a:ext uri="{FF2B5EF4-FFF2-40B4-BE49-F238E27FC236}">
                <a16:creationId xmlns:a16="http://schemas.microsoft.com/office/drawing/2014/main" id="{49A2A0DA-6D4E-E53B-495F-4E4E7DD435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Marcador de número de diapositiva 5">
            <a:extLst>
              <a:ext uri="{FF2B5EF4-FFF2-40B4-BE49-F238E27FC236}">
                <a16:creationId xmlns:a16="http://schemas.microsoft.com/office/drawing/2014/main" id="{98E4D2E7-F7DC-F8A7-78F7-112B6C9488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DEA627-8E78-4523-8AD6-2E64EB270591}" type="slidenum">
              <a:rPr lang="en-US" smtClean="0"/>
              <a:t>‹#›</a:t>
            </a:fld>
            <a:endParaRPr lang="en-US"/>
          </a:p>
        </p:txBody>
      </p:sp>
    </p:spTree>
    <p:extLst>
      <p:ext uri="{BB962C8B-B14F-4D97-AF65-F5344CB8AC3E}">
        <p14:creationId xmlns:p14="http://schemas.microsoft.com/office/powerpoint/2010/main" val="1458023284"/>
      </p:ext>
    </p:extLst>
  </p:cSld>
  <p:clrMap bg1="lt1" tx1="dk1" bg2="lt2" tx2="dk2" accent1="accent1" accent2="accent2" accent3="accent3" accent4="accent4" accent5="accent5" accent6="accent6" hlink="hlink" folHlink="folHlink"/>
  <p:sldLayoutIdLst>
    <p:sldLayoutId id="2147483656" r:id="rId1"/>
    <p:sldLayoutId id="2147483650" r:id="rId2"/>
    <p:sldLayoutId id="2147483653" r:id="rId3"/>
    <p:sldLayoutId id="2147483652" r:id="rId4"/>
    <p:sldLayoutId id="2147483649" r:id="rId5"/>
    <p:sldLayoutId id="2147483655" r:id="rId6"/>
    <p:sldLayoutId id="2147483660" r:id="rId7"/>
    <p:sldLayoutId id="2147483651" r:id="rId8"/>
    <p:sldLayoutId id="2147483661" r:id="rId9"/>
    <p:sldLayoutId id="2147483657" r:id="rId10"/>
    <p:sldLayoutId id="2147483654" r:id="rId11"/>
    <p:sldLayoutId id="2147483658" r:id="rId12"/>
    <p:sldLayoutId id="2147483659"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ontserrat Black" pitchFamily="2"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9.xml"/><Relationship Id="rId5" Type="http://schemas.openxmlformats.org/officeDocument/2006/relationships/image" Target="../media/image16.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github.com/abhayvikramnayak98/AmazonPrimeVideo_UsersEDA/blob/main/amazon_prime_users.csv" TargetMode="External"/><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9.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2.png"/><Relationship Id="rId1" Type="http://schemas.openxmlformats.org/officeDocument/2006/relationships/slideLayout" Target="../slideLayouts/slideLayout10.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Marcador de texto 8">
            <a:extLst>
              <a:ext uri="{FF2B5EF4-FFF2-40B4-BE49-F238E27FC236}">
                <a16:creationId xmlns:a16="http://schemas.microsoft.com/office/drawing/2014/main" id="{90C90DAF-CA13-DBA5-0169-9713012F125D}"/>
              </a:ext>
            </a:extLst>
          </p:cNvPr>
          <p:cNvSpPr>
            <a:spLocks noGrp="1"/>
          </p:cNvSpPr>
          <p:nvPr>
            <p:ph type="body" sz="quarter" idx="13"/>
          </p:nvPr>
        </p:nvSpPr>
        <p:spPr>
          <a:xfrm>
            <a:off x="1446212" y="3261787"/>
            <a:ext cx="9299575" cy="1367485"/>
          </a:xfrm>
        </p:spPr>
        <p:txBody>
          <a:bodyPr>
            <a:normAutofit fontScale="92500" lnSpcReduction="20000"/>
          </a:bodyPr>
          <a:lstStyle/>
          <a:p>
            <a:r>
              <a:rPr lang="es-BO" dirty="0"/>
              <a:t>Grupo 3: Aplicación de Técnicas de Segmentación mediante RFM sobre Consumo en Servicios de </a:t>
            </a:r>
            <a:r>
              <a:rPr lang="es-BO" dirty="0" err="1"/>
              <a:t>Streaming</a:t>
            </a:r>
            <a:r>
              <a:rPr lang="es-BO" dirty="0"/>
              <a:t> de Video</a:t>
            </a:r>
            <a:endParaRPr lang="en-US" dirty="0"/>
          </a:p>
          <a:p>
            <a:endParaRPr lang="en-US" dirty="0"/>
          </a:p>
        </p:txBody>
      </p:sp>
      <p:sp>
        <p:nvSpPr>
          <p:cNvPr id="10" name="Marcador de texto 9">
            <a:extLst>
              <a:ext uri="{FF2B5EF4-FFF2-40B4-BE49-F238E27FC236}">
                <a16:creationId xmlns:a16="http://schemas.microsoft.com/office/drawing/2014/main" id="{530AAA6E-A240-C28E-FFEC-FEED7A4EDE08}"/>
              </a:ext>
            </a:extLst>
          </p:cNvPr>
          <p:cNvSpPr>
            <a:spLocks noGrp="1"/>
          </p:cNvSpPr>
          <p:nvPr>
            <p:ph type="body" sz="quarter" idx="14"/>
          </p:nvPr>
        </p:nvSpPr>
        <p:spPr>
          <a:xfrm>
            <a:off x="1446212" y="5297864"/>
            <a:ext cx="9470027" cy="877405"/>
          </a:xfrm>
        </p:spPr>
        <p:txBody>
          <a:bodyPr>
            <a:normAutofit fontScale="77500" lnSpcReduction="20000"/>
          </a:bodyPr>
          <a:lstStyle/>
          <a:p>
            <a:r>
              <a:rPr lang="en-US" dirty="0"/>
              <a:t>MAESTRIA EN INTELIGENCIA ARTIFICIAL Y DATA SCIENCE PARA LA TRANSFORMACION DE NEGOCIOS </a:t>
            </a:r>
          </a:p>
          <a:p>
            <a:r>
              <a:rPr lang="en-US" dirty="0"/>
              <a:t>2025</a:t>
            </a:r>
          </a:p>
        </p:txBody>
      </p:sp>
    </p:spTree>
    <p:extLst>
      <p:ext uri="{BB962C8B-B14F-4D97-AF65-F5344CB8AC3E}">
        <p14:creationId xmlns:p14="http://schemas.microsoft.com/office/powerpoint/2010/main" val="1554532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49C5808C-1701-407C-90EA-2BEFD366D96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24649" b="24649"/>
          <a:stretch>
            <a:fillRect/>
          </a:stretch>
        </p:blipFill>
        <p:spPr>
          <a:xfrm>
            <a:off x="914400" y="1"/>
            <a:ext cx="11277600" cy="914400"/>
          </a:xfrm>
        </p:spPr>
      </p:pic>
      <p:sp>
        <p:nvSpPr>
          <p:cNvPr id="8" name="Marcador de texto 7">
            <a:extLst>
              <a:ext uri="{FF2B5EF4-FFF2-40B4-BE49-F238E27FC236}">
                <a16:creationId xmlns:a16="http://schemas.microsoft.com/office/drawing/2014/main" id="{427F473C-D4C4-80C9-46A0-97A04E8B76B5}"/>
              </a:ext>
            </a:extLst>
          </p:cNvPr>
          <p:cNvSpPr>
            <a:spLocks noGrp="1"/>
          </p:cNvSpPr>
          <p:nvPr>
            <p:ph type="body" sz="quarter" idx="14"/>
          </p:nvPr>
        </p:nvSpPr>
        <p:spPr/>
        <p:txBody>
          <a:bodyPr/>
          <a:lstStyle/>
          <a:p>
            <a:r>
              <a:rPr lang="en-US" dirty="0" err="1"/>
              <a:t>Contenido</a:t>
            </a:r>
            <a:endParaRPr lang="en-US" dirty="0"/>
          </a:p>
        </p:txBody>
      </p:sp>
      <p:sp>
        <p:nvSpPr>
          <p:cNvPr id="9" name="Marcador de texto 8">
            <a:extLst>
              <a:ext uri="{FF2B5EF4-FFF2-40B4-BE49-F238E27FC236}">
                <a16:creationId xmlns:a16="http://schemas.microsoft.com/office/drawing/2014/main" id="{4295EFD0-7E4E-ED55-3DE2-FC535869CFC4}"/>
              </a:ext>
            </a:extLst>
          </p:cNvPr>
          <p:cNvSpPr>
            <a:spLocks noGrp="1"/>
          </p:cNvSpPr>
          <p:nvPr>
            <p:ph type="body" sz="quarter" idx="15"/>
          </p:nvPr>
        </p:nvSpPr>
        <p:spPr/>
        <p:txBody>
          <a:bodyPr/>
          <a:lstStyle/>
          <a:p>
            <a:endParaRPr lang="en-US" dirty="0"/>
          </a:p>
        </p:txBody>
      </p:sp>
      <p:sp>
        <p:nvSpPr>
          <p:cNvPr id="10" name="Marcador de texto 9">
            <a:extLst>
              <a:ext uri="{FF2B5EF4-FFF2-40B4-BE49-F238E27FC236}">
                <a16:creationId xmlns:a16="http://schemas.microsoft.com/office/drawing/2014/main" id="{A31BDFCC-9D0C-F5DD-602B-6B1AA7761BE9}"/>
              </a:ext>
            </a:extLst>
          </p:cNvPr>
          <p:cNvSpPr>
            <a:spLocks noGrp="1"/>
          </p:cNvSpPr>
          <p:nvPr>
            <p:ph type="body" sz="quarter" idx="16"/>
          </p:nvPr>
        </p:nvSpPr>
        <p:spPr/>
        <p:txBody>
          <a:bodyPr/>
          <a:lstStyle/>
          <a:p>
            <a:r>
              <a:rPr lang="en-US" dirty="0" err="1"/>
              <a:t>Introducción</a:t>
            </a:r>
            <a:endParaRPr lang="en-US" dirty="0"/>
          </a:p>
          <a:p>
            <a:r>
              <a:rPr lang="en-US" dirty="0" err="1"/>
              <a:t>Conceptos</a:t>
            </a:r>
            <a:r>
              <a:rPr lang="en-US" dirty="0"/>
              <a:t> </a:t>
            </a:r>
            <a:r>
              <a:rPr lang="en-US" dirty="0" err="1"/>
              <a:t>Teóricos</a:t>
            </a:r>
            <a:endParaRPr lang="en-US" dirty="0"/>
          </a:p>
          <a:p>
            <a:r>
              <a:rPr lang="en-US" dirty="0"/>
              <a:t>Estado del Arte</a:t>
            </a:r>
          </a:p>
          <a:p>
            <a:r>
              <a:rPr lang="en-US" dirty="0" err="1"/>
              <a:t>Aplicación</a:t>
            </a:r>
            <a:endParaRPr lang="en-US" dirty="0"/>
          </a:p>
          <a:p>
            <a:r>
              <a:rPr lang="en-US" dirty="0" err="1"/>
              <a:t>Resultados</a:t>
            </a:r>
            <a:endParaRPr lang="en-US" dirty="0"/>
          </a:p>
          <a:p>
            <a:r>
              <a:rPr lang="en-US" dirty="0" err="1"/>
              <a:t>Conclusiones</a:t>
            </a:r>
            <a:r>
              <a:rPr lang="en-US" dirty="0"/>
              <a:t> y </a:t>
            </a:r>
            <a:r>
              <a:rPr lang="en-US" dirty="0" err="1"/>
              <a:t>Recomendaciones</a:t>
            </a:r>
            <a:endParaRPr lang="en-US" dirty="0"/>
          </a:p>
        </p:txBody>
      </p:sp>
      <p:pic>
        <p:nvPicPr>
          <p:cNvPr id="7" name="Picture 2" descr="Prime Video: Help">
            <a:extLst>
              <a:ext uri="{FF2B5EF4-FFF2-40B4-BE49-F238E27FC236}">
                <a16:creationId xmlns:a16="http://schemas.microsoft.com/office/drawing/2014/main" id="{7ED40C7E-5E6B-4AD0-82FD-6E3400B84D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31011" y="5922310"/>
            <a:ext cx="1660989" cy="935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56117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D245F349-5D93-CC6F-6CF1-05421AB12C22}"/>
              </a:ext>
            </a:extLst>
          </p:cNvPr>
          <p:cNvSpPr>
            <a:spLocks noGrp="1"/>
          </p:cNvSpPr>
          <p:nvPr>
            <p:ph type="body" sz="quarter" idx="13"/>
          </p:nvPr>
        </p:nvSpPr>
        <p:spPr/>
        <p:txBody>
          <a:bodyPr/>
          <a:lstStyle/>
          <a:p>
            <a:r>
              <a:rPr lang="en-US" dirty="0"/>
              <a:t>INTRODUCCIÓN</a:t>
            </a:r>
          </a:p>
        </p:txBody>
      </p:sp>
      <p:sp>
        <p:nvSpPr>
          <p:cNvPr id="6" name="Marcador de texto 5">
            <a:extLst>
              <a:ext uri="{FF2B5EF4-FFF2-40B4-BE49-F238E27FC236}">
                <a16:creationId xmlns:a16="http://schemas.microsoft.com/office/drawing/2014/main" id="{BEF6E580-3180-B2AD-AC72-DDBE3AB5BCFC}"/>
              </a:ext>
            </a:extLst>
          </p:cNvPr>
          <p:cNvSpPr>
            <a:spLocks noGrp="1"/>
          </p:cNvSpPr>
          <p:nvPr>
            <p:ph type="body" sz="quarter" idx="14"/>
          </p:nvPr>
        </p:nvSpPr>
        <p:spPr/>
        <p:txBody>
          <a:bodyPr>
            <a:normAutofit/>
          </a:bodyPr>
          <a:lstStyle/>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a:p>
            <a:pPr algn="just"/>
            <a:endParaRPr lang="es-ES" dirty="0"/>
          </a:p>
          <a:p>
            <a:pPr marL="285750" indent="-285750" algn="just">
              <a:buFont typeface="Arial" panose="020B0604020202020204" pitchFamily="34" charset="0"/>
              <a:buChar char="•"/>
            </a:pPr>
            <a:r>
              <a:rPr lang="es-BO" b="1" dirty="0"/>
              <a:t>Crecimiento del campo y contexto:</a:t>
            </a:r>
            <a:r>
              <a:rPr lang="es-BO" dirty="0"/>
              <a:t> La analítica de clientes ha evolucionado desde métricas básicas hacia modelos predictivos sofisticados, integrando ciencia de datos y  marketing </a:t>
            </a:r>
            <a:r>
              <a:rPr lang="es-BO" dirty="0" err="1"/>
              <a:t>estratégic</a:t>
            </a:r>
            <a:r>
              <a:rPr lang="es-BO" dirty="0"/>
              <a:t>; la creciente saturación de los mercados y el costo de adquisición de nuevos clientes ha aumentado la relevancia crítica de estrategias basadas en el valor del ciclo de vida.</a:t>
            </a:r>
          </a:p>
          <a:p>
            <a:pPr marL="285750" indent="-285750" algn="just">
              <a:buFont typeface="Arial" panose="020B0604020202020204" pitchFamily="34" charset="0"/>
              <a:buChar char="•"/>
            </a:pPr>
            <a:endParaRPr lang="es-ES" dirty="0"/>
          </a:p>
          <a:p>
            <a:pPr marL="285750" indent="-285750">
              <a:buFont typeface="Arial" panose="020B0604020202020204" pitchFamily="34" charset="0"/>
              <a:buChar char="•"/>
            </a:pPr>
            <a:r>
              <a:rPr lang="es-BO" b="1" dirty="0"/>
              <a:t>Uso del modelo RFM:</a:t>
            </a:r>
            <a:r>
              <a:rPr lang="es-BO" dirty="0"/>
              <a:t> Investigaciones previas han demostrado la efectividad del modelo RFM (</a:t>
            </a:r>
            <a:r>
              <a:rPr lang="es-BO" dirty="0" err="1"/>
              <a:t>Recency</a:t>
            </a:r>
            <a:r>
              <a:rPr lang="es-BO" dirty="0"/>
              <a:t>, </a:t>
            </a:r>
            <a:r>
              <a:rPr lang="es-BO" dirty="0" err="1"/>
              <a:t>Frequency</a:t>
            </a:r>
            <a:r>
              <a:rPr lang="es-BO" dirty="0"/>
              <a:t>, </a:t>
            </a:r>
            <a:r>
              <a:rPr lang="es-BO" dirty="0" err="1"/>
              <a:t>Monetary</a:t>
            </a:r>
            <a:r>
              <a:rPr lang="es-BO" dirty="0"/>
              <a:t>) como metodología fundamental para segmentar bases de clientes, predecir comportamiento de compra y optimizar la asignación de recursos de marketing en diversos sectores.</a:t>
            </a:r>
          </a:p>
        </p:txBody>
      </p:sp>
      <p:sp>
        <p:nvSpPr>
          <p:cNvPr id="7" name="Marcador de texto 6">
            <a:extLst>
              <a:ext uri="{FF2B5EF4-FFF2-40B4-BE49-F238E27FC236}">
                <a16:creationId xmlns:a16="http://schemas.microsoft.com/office/drawing/2014/main" id="{ECC62F00-5211-4539-C5A3-0D293997466E}"/>
              </a:ext>
            </a:extLst>
          </p:cNvPr>
          <p:cNvSpPr>
            <a:spLocks noGrp="1"/>
          </p:cNvSpPr>
          <p:nvPr>
            <p:ph type="body" sz="quarter" idx="15"/>
          </p:nvPr>
        </p:nvSpPr>
        <p:spPr/>
        <p:txBody>
          <a:bodyPr/>
          <a:lstStyle/>
          <a:p>
            <a:r>
              <a:rPr lang="en-US" dirty="0" err="1"/>
              <a:t>Antecedentes</a:t>
            </a:r>
            <a:endParaRPr lang="en-US" dirty="0"/>
          </a:p>
        </p:txBody>
      </p:sp>
      <p:pic>
        <p:nvPicPr>
          <p:cNvPr id="1026" name="Picture 2" descr="Prime Video: Help">
            <a:extLst>
              <a:ext uri="{FF2B5EF4-FFF2-40B4-BE49-F238E27FC236}">
                <a16:creationId xmlns:a16="http://schemas.microsoft.com/office/drawing/2014/main" id="{30602108-7BC2-471B-A973-D973F8943D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31011" y="5922310"/>
            <a:ext cx="1660989" cy="935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9390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9DD0E-5C4A-A27B-E68C-CECAD785FD59}"/>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2B68F86C-AEBC-2DB0-5820-839E49AFA84A}"/>
              </a:ext>
            </a:extLst>
          </p:cNvPr>
          <p:cNvSpPr>
            <a:spLocks noGrp="1"/>
          </p:cNvSpPr>
          <p:nvPr>
            <p:ph type="body" sz="quarter" idx="13"/>
          </p:nvPr>
        </p:nvSpPr>
        <p:spPr/>
        <p:txBody>
          <a:bodyPr/>
          <a:lstStyle/>
          <a:p>
            <a:r>
              <a:rPr lang="en-US" dirty="0"/>
              <a:t>INTRODUCCIÓN</a:t>
            </a:r>
          </a:p>
        </p:txBody>
      </p:sp>
      <p:sp>
        <p:nvSpPr>
          <p:cNvPr id="6" name="Marcador de texto 5">
            <a:extLst>
              <a:ext uri="{FF2B5EF4-FFF2-40B4-BE49-F238E27FC236}">
                <a16:creationId xmlns:a16="http://schemas.microsoft.com/office/drawing/2014/main" id="{75F95BF8-C1F0-B64A-7802-093AFE8932BF}"/>
              </a:ext>
            </a:extLst>
          </p:cNvPr>
          <p:cNvSpPr>
            <a:spLocks noGrp="1"/>
          </p:cNvSpPr>
          <p:nvPr>
            <p:ph type="body" sz="quarter" idx="14"/>
          </p:nvPr>
        </p:nvSpPr>
        <p:spPr/>
        <p:txBody>
          <a:bodyPr>
            <a:normAutofit/>
          </a:bodyPr>
          <a:lstStyle/>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a:p>
            <a:pPr algn="just"/>
            <a:endParaRPr lang="es-ES" dirty="0"/>
          </a:p>
          <a:p>
            <a:r>
              <a:rPr lang="es-BO" dirty="0"/>
              <a:t>Carencia de visión granular sobre la base de clientes, lo que resultaba en:</a:t>
            </a:r>
          </a:p>
          <a:p>
            <a:endParaRPr lang="es-BO" dirty="0"/>
          </a:p>
          <a:p>
            <a:pPr marL="285750" indent="-285750">
              <a:buFont typeface="Arial" panose="020B0604020202020204" pitchFamily="34" charset="0"/>
              <a:buChar char="•"/>
            </a:pPr>
            <a:r>
              <a:rPr lang="es-BO" b="1" dirty="0"/>
              <a:t>Personalización limitada</a:t>
            </a:r>
            <a:r>
              <a:rPr lang="es-BO" dirty="0"/>
              <a:t> en las comunicaciones</a:t>
            </a:r>
          </a:p>
          <a:p>
            <a:pPr marL="285750" indent="-285750">
              <a:buFont typeface="Arial" panose="020B0604020202020204" pitchFamily="34" charset="0"/>
              <a:buChar char="•"/>
            </a:pPr>
            <a:r>
              <a:rPr lang="es-BO" b="1" dirty="0"/>
              <a:t>Asignación ineficiente</a:t>
            </a:r>
            <a:r>
              <a:rPr lang="es-BO" dirty="0"/>
              <a:t> de recursos de marketing</a:t>
            </a:r>
          </a:p>
          <a:p>
            <a:pPr marL="285750" indent="-285750">
              <a:buFont typeface="Arial" panose="020B0604020202020204" pitchFamily="34" charset="0"/>
              <a:buChar char="•"/>
            </a:pPr>
            <a:r>
              <a:rPr lang="es-BO" b="1" dirty="0"/>
              <a:t>Falta de estrategias diferenciadas</a:t>
            </a:r>
            <a:r>
              <a:rPr lang="es-BO" dirty="0"/>
              <a:t> para segmentos de valor contrastante</a:t>
            </a:r>
          </a:p>
          <a:p>
            <a:pPr marL="285750" indent="-285750">
              <a:buFont typeface="Arial" panose="020B0604020202020204" pitchFamily="34" charset="0"/>
              <a:buChar char="•"/>
            </a:pPr>
            <a:r>
              <a:rPr lang="es-BO" b="1" dirty="0"/>
              <a:t>Alto riesgo de fuga</a:t>
            </a:r>
            <a:r>
              <a:rPr lang="es-BO" dirty="0"/>
              <a:t> de clientes valiosos por falta de reconocimiento</a:t>
            </a:r>
          </a:p>
        </p:txBody>
      </p:sp>
      <p:sp>
        <p:nvSpPr>
          <p:cNvPr id="7" name="Marcador de texto 6">
            <a:extLst>
              <a:ext uri="{FF2B5EF4-FFF2-40B4-BE49-F238E27FC236}">
                <a16:creationId xmlns:a16="http://schemas.microsoft.com/office/drawing/2014/main" id="{D7647CCC-9CF6-59A9-8096-F8659417BC71}"/>
              </a:ext>
            </a:extLst>
          </p:cNvPr>
          <p:cNvSpPr>
            <a:spLocks noGrp="1"/>
          </p:cNvSpPr>
          <p:nvPr>
            <p:ph type="body" sz="quarter" idx="15"/>
          </p:nvPr>
        </p:nvSpPr>
        <p:spPr/>
        <p:txBody>
          <a:bodyPr/>
          <a:lstStyle/>
          <a:p>
            <a:r>
              <a:rPr lang="es-ES" dirty="0"/>
              <a:t>Problema de Investigación </a:t>
            </a:r>
            <a:endParaRPr lang="en-US" dirty="0"/>
          </a:p>
        </p:txBody>
      </p:sp>
      <p:pic>
        <p:nvPicPr>
          <p:cNvPr id="8" name="Picture 2" descr="Prime Video: Help">
            <a:extLst>
              <a:ext uri="{FF2B5EF4-FFF2-40B4-BE49-F238E27FC236}">
                <a16:creationId xmlns:a16="http://schemas.microsoft.com/office/drawing/2014/main" id="{D6E254A0-C2B6-40B2-BF65-7A709F7A32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31011" y="5922310"/>
            <a:ext cx="1660989" cy="935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7593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634EF-4E6F-7E3B-958F-5ADEF2C6DBFD}"/>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4AC5ABA1-ED22-95C0-5A94-0D4406391A20}"/>
              </a:ext>
            </a:extLst>
          </p:cNvPr>
          <p:cNvSpPr>
            <a:spLocks noGrp="1"/>
          </p:cNvSpPr>
          <p:nvPr>
            <p:ph type="body" sz="quarter" idx="13"/>
          </p:nvPr>
        </p:nvSpPr>
        <p:spPr/>
        <p:txBody>
          <a:bodyPr/>
          <a:lstStyle/>
          <a:p>
            <a:r>
              <a:rPr lang="en-US" dirty="0"/>
              <a:t>CONCEPTOS TEÓRICOS</a:t>
            </a:r>
          </a:p>
        </p:txBody>
      </p:sp>
      <p:sp>
        <p:nvSpPr>
          <p:cNvPr id="6" name="Marcador de texto 5">
            <a:extLst>
              <a:ext uri="{FF2B5EF4-FFF2-40B4-BE49-F238E27FC236}">
                <a16:creationId xmlns:a16="http://schemas.microsoft.com/office/drawing/2014/main" id="{FBF7E8B8-61FC-CEE3-78F4-C72BD4967CC9}"/>
              </a:ext>
            </a:extLst>
          </p:cNvPr>
          <p:cNvSpPr>
            <a:spLocks noGrp="1"/>
          </p:cNvSpPr>
          <p:nvPr>
            <p:ph type="body" sz="quarter" idx="14"/>
          </p:nvPr>
        </p:nvSpPr>
        <p:spPr>
          <a:xfrm>
            <a:off x="1346082" y="1840333"/>
            <a:ext cx="4749918" cy="3177331"/>
          </a:xfrm>
        </p:spPr>
        <p:txBody>
          <a:bodyPr>
            <a:normAutofit/>
          </a:bodyPr>
          <a:lstStyle/>
          <a:p>
            <a:r>
              <a:rPr lang="es-BO" dirty="0"/>
              <a:t>El modelo RFM (</a:t>
            </a:r>
            <a:r>
              <a:rPr lang="es-BO" dirty="0" err="1"/>
              <a:t>Recency</a:t>
            </a:r>
            <a:r>
              <a:rPr lang="es-BO" dirty="0"/>
              <a:t>, </a:t>
            </a:r>
            <a:r>
              <a:rPr lang="es-BO" dirty="0" err="1"/>
              <a:t>Frequency</a:t>
            </a:r>
            <a:r>
              <a:rPr lang="es-BO" dirty="0"/>
              <a:t>, </a:t>
            </a:r>
            <a:r>
              <a:rPr lang="es-BO" dirty="0" err="1"/>
              <a:t>Monetary</a:t>
            </a:r>
            <a:r>
              <a:rPr lang="es-BO" dirty="0"/>
              <a:t>) representa una herramienta fundamental para la segmentación de clientes basada en su comportamiento transaccional. Según Hughes (2021), esta metodología permite clasificar a los clientes según tres dimensiones críticas:</a:t>
            </a:r>
          </a:p>
          <a:p>
            <a:r>
              <a:rPr lang="es-BO" b="1" dirty="0"/>
              <a:t>Recencia (R)</a:t>
            </a:r>
            <a:r>
              <a:rPr lang="es-BO" dirty="0"/>
              <a:t>: Antigüedad de la última compra del cliente</a:t>
            </a:r>
          </a:p>
          <a:p>
            <a:r>
              <a:rPr lang="es-BO" b="1" dirty="0"/>
              <a:t>Frecuencia (F)</a:t>
            </a:r>
            <a:r>
              <a:rPr lang="es-BO" dirty="0"/>
              <a:t>: Número de transacciones realizadas en un período</a:t>
            </a:r>
          </a:p>
          <a:p>
            <a:r>
              <a:rPr lang="es-BO" b="1" dirty="0"/>
              <a:t>Valor Monetario (M)</a:t>
            </a:r>
            <a:r>
              <a:rPr lang="es-BO" dirty="0"/>
              <a:t>: Volumen total de compras acumulado</a:t>
            </a:r>
          </a:p>
        </p:txBody>
      </p:sp>
      <p:sp>
        <p:nvSpPr>
          <p:cNvPr id="7" name="Marcador de texto 6">
            <a:extLst>
              <a:ext uri="{FF2B5EF4-FFF2-40B4-BE49-F238E27FC236}">
                <a16:creationId xmlns:a16="http://schemas.microsoft.com/office/drawing/2014/main" id="{E1E215E8-09DF-1AE2-2D75-F9C4B481291A}"/>
              </a:ext>
            </a:extLst>
          </p:cNvPr>
          <p:cNvSpPr>
            <a:spLocks noGrp="1"/>
          </p:cNvSpPr>
          <p:nvPr>
            <p:ph type="body" sz="quarter" idx="15"/>
          </p:nvPr>
        </p:nvSpPr>
        <p:spPr/>
        <p:txBody>
          <a:bodyPr/>
          <a:lstStyle/>
          <a:p>
            <a:r>
              <a:rPr lang="es-ES" dirty="0"/>
              <a:t>Modelo RFM</a:t>
            </a:r>
            <a:endParaRPr lang="en-US" dirty="0"/>
          </a:p>
        </p:txBody>
      </p:sp>
      <p:pic>
        <p:nvPicPr>
          <p:cNvPr id="2050" name="Picture 1">
            <a:extLst>
              <a:ext uri="{FF2B5EF4-FFF2-40B4-BE49-F238E27FC236}">
                <a16:creationId xmlns:a16="http://schemas.microsoft.com/office/drawing/2014/main" id="{8EFC1F6D-AF5F-44C2-B771-FDB262FD5F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1353" y="2247104"/>
            <a:ext cx="3200400" cy="236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descr="Prime Video: Help">
            <a:extLst>
              <a:ext uri="{FF2B5EF4-FFF2-40B4-BE49-F238E27FC236}">
                <a16:creationId xmlns:a16="http://schemas.microsoft.com/office/drawing/2014/main" id="{80300077-0374-47CA-9AB6-2F69241F1C6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31011" y="5922310"/>
            <a:ext cx="1660989" cy="935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695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A458A-0EDA-B397-E7AF-7F57330A74EA}"/>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A6603765-F3D9-347B-E8C1-C98576F5D146}"/>
              </a:ext>
            </a:extLst>
          </p:cNvPr>
          <p:cNvSpPr>
            <a:spLocks noGrp="1"/>
          </p:cNvSpPr>
          <p:nvPr>
            <p:ph type="body" sz="quarter" idx="13"/>
          </p:nvPr>
        </p:nvSpPr>
        <p:spPr/>
        <p:txBody>
          <a:bodyPr/>
          <a:lstStyle/>
          <a:p>
            <a:r>
              <a:rPr lang="en-US" dirty="0"/>
              <a:t>ESTADO DEL ARTE</a:t>
            </a:r>
          </a:p>
        </p:txBody>
      </p:sp>
      <p:sp>
        <p:nvSpPr>
          <p:cNvPr id="6" name="Marcador de texto 5">
            <a:extLst>
              <a:ext uri="{FF2B5EF4-FFF2-40B4-BE49-F238E27FC236}">
                <a16:creationId xmlns:a16="http://schemas.microsoft.com/office/drawing/2014/main" id="{72480984-3990-FD54-4512-BB5B50ACEA5F}"/>
              </a:ext>
            </a:extLst>
          </p:cNvPr>
          <p:cNvSpPr>
            <a:spLocks noGrp="1"/>
          </p:cNvSpPr>
          <p:nvPr>
            <p:ph type="body" sz="quarter" idx="14"/>
          </p:nvPr>
        </p:nvSpPr>
        <p:spPr>
          <a:xfrm>
            <a:off x="1273811" y="1374121"/>
            <a:ext cx="4655650" cy="4297303"/>
          </a:xfrm>
        </p:spPr>
        <p:txBody>
          <a:bodyPr>
            <a:normAutofit/>
          </a:bodyPr>
          <a:lstStyle/>
          <a:p>
            <a:pPr marL="285750" indent="-285750" algn="just">
              <a:buFont typeface="Arial" panose="020B0604020202020204" pitchFamily="34" charset="0"/>
              <a:buChar char="•"/>
            </a:pPr>
            <a:r>
              <a:rPr lang="es-ES" b="1" dirty="0"/>
              <a:t>Crecimiento del campo:</a:t>
            </a:r>
            <a:r>
              <a:rPr lang="es-ES" dirty="0"/>
              <a:t> </a:t>
            </a:r>
            <a:r>
              <a:rPr lang="es-BO" dirty="0"/>
              <a:t>La aplicación de técnicas de </a:t>
            </a:r>
            <a:r>
              <a:rPr lang="es-BO" dirty="0" err="1"/>
              <a:t>clustering</a:t>
            </a:r>
            <a:r>
              <a:rPr lang="es-BO" dirty="0"/>
              <a:t> en la segmentación de clientes representa un avance significativo en el campo del marketing analítico, el repositorio siguiente contiene el estudio realizado:</a:t>
            </a:r>
            <a:r>
              <a:rPr lang="es-ES" dirty="0"/>
              <a:t> https://www.kaggle.com/code/ardesh1r/user-segmentation/notebook</a:t>
            </a:r>
          </a:p>
        </p:txBody>
      </p:sp>
      <p:sp>
        <p:nvSpPr>
          <p:cNvPr id="7" name="Marcador de texto 6">
            <a:extLst>
              <a:ext uri="{FF2B5EF4-FFF2-40B4-BE49-F238E27FC236}">
                <a16:creationId xmlns:a16="http://schemas.microsoft.com/office/drawing/2014/main" id="{5A961DD5-2E91-66FC-C4B3-9956496250B7}"/>
              </a:ext>
            </a:extLst>
          </p:cNvPr>
          <p:cNvSpPr>
            <a:spLocks noGrp="1"/>
          </p:cNvSpPr>
          <p:nvPr>
            <p:ph type="body" sz="quarter" idx="15"/>
          </p:nvPr>
        </p:nvSpPr>
        <p:spPr/>
        <p:txBody>
          <a:bodyPr/>
          <a:lstStyle/>
          <a:p>
            <a:r>
              <a:rPr lang="es-ES" dirty="0"/>
              <a:t>Estado del Arte</a:t>
            </a:r>
            <a:endParaRPr lang="en-US" dirty="0"/>
          </a:p>
        </p:txBody>
      </p:sp>
      <p:sp>
        <p:nvSpPr>
          <p:cNvPr id="2" name="Marcador de texto 5">
            <a:extLst>
              <a:ext uri="{FF2B5EF4-FFF2-40B4-BE49-F238E27FC236}">
                <a16:creationId xmlns:a16="http://schemas.microsoft.com/office/drawing/2014/main" id="{C5AFF2D4-8EFE-DF58-CADE-9FA2432961DE}"/>
              </a:ext>
            </a:extLst>
          </p:cNvPr>
          <p:cNvSpPr txBox="1">
            <a:spLocks/>
          </p:cNvSpPr>
          <p:nvPr/>
        </p:nvSpPr>
        <p:spPr>
          <a:xfrm>
            <a:off x="6408756" y="1374121"/>
            <a:ext cx="4655650" cy="429730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530" kern="1200">
                <a:solidFill>
                  <a:schemeClr val="tx1"/>
                </a:solidFill>
                <a:latin typeface="Montserrat "/>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endParaRPr lang="es-ES" dirty="0"/>
          </a:p>
        </p:txBody>
      </p:sp>
      <p:pic>
        <p:nvPicPr>
          <p:cNvPr id="3" name="Picture 2">
            <a:extLst>
              <a:ext uri="{FF2B5EF4-FFF2-40B4-BE49-F238E27FC236}">
                <a16:creationId xmlns:a16="http://schemas.microsoft.com/office/drawing/2014/main" id="{A98ACA38-8BCA-4864-AEBE-CF7F249F81D2}"/>
              </a:ext>
            </a:extLst>
          </p:cNvPr>
          <p:cNvPicPr>
            <a:picLocks noChangeAspect="1"/>
          </p:cNvPicPr>
          <p:nvPr/>
        </p:nvPicPr>
        <p:blipFill>
          <a:blip r:embed="rId2"/>
          <a:stretch>
            <a:fillRect/>
          </a:stretch>
        </p:blipFill>
        <p:spPr>
          <a:xfrm>
            <a:off x="7171278" y="1011317"/>
            <a:ext cx="4403325" cy="2773487"/>
          </a:xfrm>
          <a:prstGeom prst="rect">
            <a:avLst/>
          </a:prstGeom>
        </p:spPr>
      </p:pic>
      <p:pic>
        <p:nvPicPr>
          <p:cNvPr id="4" name="Picture 3">
            <a:extLst>
              <a:ext uri="{FF2B5EF4-FFF2-40B4-BE49-F238E27FC236}">
                <a16:creationId xmlns:a16="http://schemas.microsoft.com/office/drawing/2014/main" id="{06F815C6-2E53-4DAA-B484-B930C35773EE}"/>
              </a:ext>
            </a:extLst>
          </p:cNvPr>
          <p:cNvPicPr>
            <a:picLocks noChangeAspect="1"/>
          </p:cNvPicPr>
          <p:nvPr/>
        </p:nvPicPr>
        <p:blipFill>
          <a:blip r:embed="rId3"/>
          <a:stretch>
            <a:fillRect/>
          </a:stretch>
        </p:blipFill>
        <p:spPr>
          <a:xfrm>
            <a:off x="6211280" y="4267004"/>
            <a:ext cx="5363323" cy="1733792"/>
          </a:xfrm>
          <a:prstGeom prst="rect">
            <a:avLst/>
          </a:prstGeom>
        </p:spPr>
      </p:pic>
      <p:pic>
        <p:nvPicPr>
          <p:cNvPr id="9" name="Picture 8">
            <a:extLst>
              <a:ext uri="{FF2B5EF4-FFF2-40B4-BE49-F238E27FC236}">
                <a16:creationId xmlns:a16="http://schemas.microsoft.com/office/drawing/2014/main" id="{071BD08D-3628-4826-818B-18FA2DFC3EAA}"/>
              </a:ext>
            </a:extLst>
          </p:cNvPr>
          <p:cNvPicPr>
            <a:picLocks noChangeAspect="1"/>
          </p:cNvPicPr>
          <p:nvPr/>
        </p:nvPicPr>
        <p:blipFill>
          <a:blip r:embed="rId4"/>
          <a:stretch>
            <a:fillRect/>
          </a:stretch>
        </p:blipFill>
        <p:spPr>
          <a:xfrm>
            <a:off x="1658915" y="3784804"/>
            <a:ext cx="4321806" cy="2439647"/>
          </a:xfrm>
          <a:prstGeom prst="rect">
            <a:avLst/>
          </a:prstGeom>
        </p:spPr>
      </p:pic>
      <p:pic>
        <p:nvPicPr>
          <p:cNvPr id="10" name="Picture 2" descr="Prime Video: Help">
            <a:extLst>
              <a:ext uri="{FF2B5EF4-FFF2-40B4-BE49-F238E27FC236}">
                <a16:creationId xmlns:a16="http://schemas.microsoft.com/office/drawing/2014/main" id="{FFA6497C-E5B1-4A58-BBAF-F6915EAC52F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31011" y="5922310"/>
            <a:ext cx="1660989" cy="935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389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44502-A1C6-B942-4183-33C7A0F4F12C}"/>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AC81EF0E-5312-FE84-56C9-E09859547978}"/>
              </a:ext>
            </a:extLst>
          </p:cNvPr>
          <p:cNvSpPr>
            <a:spLocks noGrp="1"/>
          </p:cNvSpPr>
          <p:nvPr>
            <p:ph type="body" sz="quarter" idx="13"/>
          </p:nvPr>
        </p:nvSpPr>
        <p:spPr/>
        <p:txBody>
          <a:bodyPr/>
          <a:lstStyle/>
          <a:p>
            <a:r>
              <a:rPr lang="en-US" dirty="0"/>
              <a:t>APLICACIÓN</a:t>
            </a:r>
          </a:p>
        </p:txBody>
      </p:sp>
      <p:sp>
        <p:nvSpPr>
          <p:cNvPr id="6" name="Marcador de texto 5">
            <a:extLst>
              <a:ext uri="{FF2B5EF4-FFF2-40B4-BE49-F238E27FC236}">
                <a16:creationId xmlns:a16="http://schemas.microsoft.com/office/drawing/2014/main" id="{4BF57C43-CD9D-0222-CFC0-10A1922AA513}"/>
              </a:ext>
            </a:extLst>
          </p:cNvPr>
          <p:cNvSpPr>
            <a:spLocks noGrp="1"/>
          </p:cNvSpPr>
          <p:nvPr>
            <p:ph type="body" sz="quarter" idx="14"/>
          </p:nvPr>
        </p:nvSpPr>
        <p:spPr>
          <a:xfrm>
            <a:off x="1273811" y="1374121"/>
            <a:ext cx="4822190" cy="4297303"/>
          </a:xfrm>
        </p:spPr>
        <p:txBody>
          <a:bodyPr>
            <a:normAutofit/>
          </a:bodyPr>
          <a:lstStyle/>
          <a:p>
            <a:pPr marL="285750" indent="-285750">
              <a:buFont typeface="Arial" panose="020B0604020202020204" pitchFamily="34" charset="0"/>
              <a:buChar char="•"/>
            </a:pPr>
            <a:endParaRPr lang="es-ES" dirty="0"/>
          </a:p>
          <a:p>
            <a:pPr algn="just"/>
            <a:r>
              <a:rPr lang="es-ES" dirty="0"/>
              <a:t>El código de la presente sección se encuentra visible en el siguiente enlace: </a:t>
            </a:r>
          </a:p>
          <a:p>
            <a:pPr algn="just"/>
            <a:r>
              <a:rPr lang="es-BO" dirty="0"/>
              <a:t>https://github.com/daniel10510/rfm-amazon-prime</a:t>
            </a:r>
            <a:endParaRPr lang="es-ES" dirty="0"/>
          </a:p>
        </p:txBody>
      </p:sp>
      <p:sp>
        <p:nvSpPr>
          <p:cNvPr id="7" name="Marcador de texto 6">
            <a:extLst>
              <a:ext uri="{FF2B5EF4-FFF2-40B4-BE49-F238E27FC236}">
                <a16:creationId xmlns:a16="http://schemas.microsoft.com/office/drawing/2014/main" id="{01927224-FAA0-E5F1-228C-6A70EF8D9A29}"/>
              </a:ext>
            </a:extLst>
          </p:cNvPr>
          <p:cNvSpPr>
            <a:spLocks noGrp="1"/>
          </p:cNvSpPr>
          <p:nvPr>
            <p:ph type="body" sz="quarter" idx="15"/>
          </p:nvPr>
        </p:nvSpPr>
        <p:spPr/>
        <p:txBody>
          <a:bodyPr/>
          <a:lstStyle/>
          <a:p>
            <a:r>
              <a:rPr lang="es-ES" dirty="0"/>
              <a:t>Ambiente Experimental </a:t>
            </a:r>
            <a:endParaRPr lang="en-US" dirty="0"/>
          </a:p>
        </p:txBody>
      </p:sp>
      <p:sp>
        <p:nvSpPr>
          <p:cNvPr id="2" name="Marcador de texto 5">
            <a:extLst>
              <a:ext uri="{FF2B5EF4-FFF2-40B4-BE49-F238E27FC236}">
                <a16:creationId xmlns:a16="http://schemas.microsoft.com/office/drawing/2014/main" id="{112241B8-3337-3E15-CB34-5A717789FFBC}"/>
              </a:ext>
            </a:extLst>
          </p:cNvPr>
          <p:cNvSpPr txBox="1">
            <a:spLocks/>
          </p:cNvSpPr>
          <p:nvPr/>
        </p:nvSpPr>
        <p:spPr>
          <a:xfrm>
            <a:off x="6408756" y="1374121"/>
            <a:ext cx="4822190" cy="429730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530" kern="1200">
                <a:solidFill>
                  <a:schemeClr val="tx1"/>
                </a:solidFill>
                <a:latin typeface="Montserrat "/>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endParaRPr lang="es-ES" dirty="0"/>
          </a:p>
          <a:p>
            <a:pPr algn="just"/>
            <a:r>
              <a:rPr lang="es-ES" dirty="0"/>
              <a:t>El ambiente en el cual se realizó la aplicación del experimento posee las siguientes características: </a:t>
            </a:r>
          </a:p>
          <a:p>
            <a:pPr marL="285750" lvl="0" indent="-285750">
              <a:buFont typeface="Arial" panose="020B0604020202020204" pitchFamily="34" charset="0"/>
              <a:buChar char="•"/>
            </a:pPr>
            <a:r>
              <a:rPr lang="es-BO" dirty="0"/>
              <a:t>Intel Core i7 – 12va generación</a:t>
            </a:r>
            <a:endParaRPr lang="en-US" dirty="0"/>
          </a:p>
          <a:p>
            <a:pPr marL="285750" lvl="0" indent="-285750">
              <a:buFont typeface="Arial" panose="020B0604020202020204" pitchFamily="34" charset="0"/>
              <a:buChar char="•"/>
            </a:pPr>
            <a:r>
              <a:rPr lang="es-BO" dirty="0" err="1"/>
              <a:t>Ram</a:t>
            </a:r>
            <a:r>
              <a:rPr lang="es-BO" dirty="0"/>
              <a:t> 16 GB</a:t>
            </a:r>
            <a:endParaRPr lang="en-US" dirty="0"/>
          </a:p>
          <a:p>
            <a:pPr marL="285750" lvl="0" indent="-285750">
              <a:buFont typeface="Arial" panose="020B0604020202020204" pitchFamily="34" charset="0"/>
              <a:buChar char="•"/>
            </a:pPr>
            <a:r>
              <a:rPr lang="es-BO" dirty="0"/>
              <a:t>GPU – </a:t>
            </a:r>
            <a:r>
              <a:rPr lang="es-BO" dirty="0" err="1"/>
              <a:t>Nvidia</a:t>
            </a:r>
            <a:r>
              <a:rPr lang="es-BO" dirty="0"/>
              <a:t> RTX 3050 con 4GB de memoria</a:t>
            </a:r>
            <a:endParaRPr lang="en-US" dirty="0"/>
          </a:p>
          <a:p>
            <a:pPr marL="285750" lvl="0" indent="-285750">
              <a:buFont typeface="Arial" panose="020B0604020202020204" pitchFamily="34" charset="0"/>
              <a:buChar char="•"/>
            </a:pPr>
            <a:r>
              <a:rPr lang="es-BO" dirty="0"/>
              <a:t>512 GB en disco estado sólido.</a:t>
            </a:r>
            <a:endParaRPr lang="en-US" dirty="0"/>
          </a:p>
          <a:p>
            <a:r>
              <a:rPr lang="es-ES" dirty="0"/>
              <a:t>Los programas utilizados se detallan a continuación:</a:t>
            </a:r>
            <a:endParaRPr lang="en-US" dirty="0"/>
          </a:p>
          <a:p>
            <a:pPr marL="285750" lvl="0" indent="-285750">
              <a:buFont typeface="Arial" panose="020B0604020202020204" pitchFamily="34" charset="0"/>
              <a:buChar char="•"/>
            </a:pPr>
            <a:r>
              <a:rPr lang="es-BO" dirty="0"/>
              <a:t>Visual Studio 1.102.1 (Extensiones de </a:t>
            </a:r>
            <a:r>
              <a:rPr lang="es-BO" dirty="0" err="1"/>
              <a:t>Jupyter</a:t>
            </a:r>
            <a:r>
              <a:rPr lang="es-BO" dirty="0"/>
              <a:t> activas para selección del </a:t>
            </a:r>
            <a:r>
              <a:rPr lang="es-BO" dirty="0" err="1"/>
              <a:t>Kernel</a:t>
            </a:r>
            <a:r>
              <a:rPr lang="es-BO" dirty="0"/>
              <a:t>)</a:t>
            </a:r>
            <a:endParaRPr lang="en-US" dirty="0"/>
          </a:p>
          <a:p>
            <a:pPr marL="285750" lvl="0" indent="-285750">
              <a:buFont typeface="Arial" panose="020B0604020202020204" pitchFamily="34" charset="0"/>
              <a:buChar char="•"/>
            </a:pPr>
            <a:r>
              <a:rPr lang="es-BO" dirty="0"/>
              <a:t>Python 3.10</a:t>
            </a:r>
            <a:endParaRPr lang="en-US" dirty="0"/>
          </a:p>
          <a:p>
            <a:pPr marL="285750" lvl="0" indent="-285750">
              <a:buFont typeface="Arial" panose="020B0604020202020204" pitchFamily="34" charset="0"/>
              <a:buChar char="•"/>
            </a:pPr>
            <a:r>
              <a:rPr lang="es-BO" dirty="0"/>
              <a:t>Anaconda CLI 0.5.2</a:t>
            </a:r>
            <a:endParaRPr lang="en-US" dirty="0"/>
          </a:p>
          <a:p>
            <a:pPr marL="285750" indent="-285750" algn="just">
              <a:buFont typeface="Arial" panose="020B0604020202020204" pitchFamily="34" charset="0"/>
              <a:buChar char="•"/>
            </a:pPr>
            <a:endParaRPr lang="es-ES" dirty="0"/>
          </a:p>
        </p:txBody>
      </p:sp>
      <p:pic>
        <p:nvPicPr>
          <p:cNvPr id="8" name="Picture 2" descr="Prime Video: Help">
            <a:extLst>
              <a:ext uri="{FF2B5EF4-FFF2-40B4-BE49-F238E27FC236}">
                <a16:creationId xmlns:a16="http://schemas.microsoft.com/office/drawing/2014/main" id="{D452318C-CC52-4385-B836-C9018C8552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31011" y="5922310"/>
            <a:ext cx="1660989" cy="935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9123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C2999-A943-DF44-92D5-E780252220EB}"/>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507F338E-3DB1-4790-3258-B1929197FFA6}"/>
              </a:ext>
            </a:extLst>
          </p:cNvPr>
          <p:cNvSpPr>
            <a:spLocks noGrp="1"/>
          </p:cNvSpPr>
          <p:nvPr>
            <p:ph type="body" sz="quarter" idx="13"/>
          </p:nvPr>
        </p:nvSpPr>
        <p:spPr/>
        <p:txBody>
          <a:bodyPr/>
          <a:lstStyle/>
          <a:p>
            <a:r>
              <a:rPr lang="en-US" dirty="0"/>
              <a:t>APLICACIÓN</a:t>
            </a:r>
          </a:p>
        </p:txBody>
      </p:sp>
      <p:sp>
        <p:nvSpPr>
          <p:cNvPr id="6" name="Marcador de texto 5">
            <a:extLst>
              <a:ext uri="{FF2B5EF4-FFF2-40B4-BE49-F238E27FC236}">
                <a16:creationId xmlns:a16="http://schemas.microsoft.com/office/drawing/2014/main" id="{A5BB4934-0213-87B2-8B87-85FE1D0F868C}"/>
              </a:ext>
            </a:extLst>
          </p:cNvPr>
          <p:cNvSpPr>
            <a:spLocks noGrp="1"/>
          </p:cNvSpPr>
          <p:nvPr>
            <p:ph type="body" sz="quarter" idx="14"/>
          </p:nvPr>
        </p:nvSpPr>
        <p:spPr>
          <a:xfrm>
            <a:off x="1273811" y="1374121"/>
            <a:ext cx="4822190" cy="4297303"/>
          </a:xfrm>
        </p:spPr>
        <p:txBody>
          <a:bodyPr>
            <a:normAutofit/>
          </a:bodyPr>
          <a:lstStyle/>
          <a:p>
            <a:pPr algn="just"/>
            <a:r>
              <a:rPr lang="es-BO" dirty="0"/>
              <a:t>El </a:t>
            </a:r>
            <a:r>
              <a:rPr lang="es-BO" i="1" dirty="0" err="1"/>
              <a:t>dataset</a:t>
            </a:r>
            <a:r>
              <a:rPr lang="es-BO" dirty="0"/>
              <a:t> elegido para el caso de estudio tiene por nombre </a:t>
            </a:r>
            <a:r>
              <a:rPr lang="es-BO" b="1" dirty="0"/>
              <a:t>amazon_primer_users.csv</a:t>
            </a:r>
            <a:r>
              <a:rPr lang="es-BO" dirty="0"/>
              <a:t> contiene el registro de usuarios y activaciones realizadas en el periodo 2024, el archivo fue obtenido a partir del enlace </a:t>
            </a:r>
            <a:r>
              <a:rPr lang="es-BO" u="sng" dirty="0">
                <a:hlinkClick r:id="rId2"/>
              </a:rPr>
              <a:t>https://github.com/abhayvikramnayak98/AmazonPrimeVideo_UsersEDA/blob/main/amazon_prime_users.csv</a:t>
            </a:r>
            <a:r>
              <a:rPr lang="es-BO" dirty="0"/>
              <a:t>. </a:t>
            </a:r>
            <a:endParaRPr lang="es-ES" dirty="0"/>
          </a:p>
        </p:txBody>
      </p:sp>
      <p:sp>
        <p:nvSpPr>
          <p:cNvPr id="7" name="Marcador de texto 6">
            <a:extLst>
              <a:ext uri="{FF2B5EF4-FFF2-40B4-BE49-F238E27FC236}">
                <a16:creationId xmlns:a16="http://schemas.microsoft.com/office/drawing/2014/main" id="{1F50E534-382D-FB9A-C08A-6385F7387D4A}"/>
              </a:ext>
            </a:extLst>
          </p:cNvPr>
          <p:cNvSpPr>
            <a:spLocks noGrp="1"/>
          </p:cNvSpPr>
          <p:nvPr>
            <p:ph type="body" sz="quarter" idx="15"/>
          </p:nvPr>
        </p:nvSpPr>
        <p:spPr/>
        <p:txBody>
          <a:bodyPr/>
          <a:lstStyle/>
          <a:p>
            <a:r>
              <a:rPr lang="es-ES" dirty="0" err="1"/>
              <a:t>Dataset</a:t>
            </a:r>
            <a:r>
              <a:rPr lang="es-ES" dirty="0"/>
              <a:t> y Campos</a:t>
            </a:r>
            <a:endParaRPr lang="en-US" dirty="0"/>
          </a:p>
        </p:txBody>
      </p:sp>
      <p:sp>
        <p:nvSpPr>
          <p:cNvPr id="2" name="Marcador de texto 5">
            <a:extLst>
              <a:ext uri="{FF2B5EF4-FFF2-40B4-BE49-F238E27FC236}">
                <a16:creationId xmlns:a16="http://schemas.microsoft.com/office/drawing/2014/main" id="{32038BC1-B508-F954-D796-673AF128F4CD}"/>
              </a:ext>
            </a:extLst>
          </p:cNvPr>
          <p:cNvSpPr txBox="1">
            <a:spLocks/>
          </p:cNvSpPr>
          <p:nvPr/>
        </p:nvSpPr>
        <p:spPr>
          <a:xfrm>
            <a:off x="6408756" y="1374121"/>
            <a:ext cx="4822190" cy="429730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530" kern="1200">
                <a:solidFill>
                  <a:schemeClr val="tx1"/>
                </a:solidFill>
                <a:latin typeface="Montserrat "/>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Características del </a:t>
            </a:r>
            <a:r>
              <a:rPr lang="es-ES" dirty="0" err="1"/>
              <a:t>dataset</a:t>
            </a:r>
            <a:r>
              <a:rPr lang="es-ES" dirty="0"/>
              <a:t>:</a:t>
            </a:r>
          </a:p>
          <a:p>
            <a:pPr marL="285750" indent="-285750">
              <a:buFont typeface="Arial" panose="020B0604020202020204" pitchFamily="34" charset="0"/>
              <a:buChar char="•"/>
            </a:pPr>
            <a:endParaRPr lang="es-ES" dirty="0"/>
          </a:p>
        </p:txBody>
      </p:sp>
      <p:pic>
        <p:nvPicPr>
          <p:cNvPr id="3074" name="Picture 1">
            <a:extLst>
              <a:ext uri="{FF2B5EF4-FFF2-40B4-BE49-F238E27FC236}">
                <a16:creationId xmlns:a16="http://schemas.microsoft.com/office/drawing/2014/main" id="{F5B69EE8-0C23-4C44-9AB8-69A274667E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0237" y="2369204"/>
            <a:ext cx="3200400"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descr="Prime Video: Help">
            <a:extLst>
              <a:ext uri="{FF2B5EF4-FFF2-40B4-BE49-F238E27FC236}">
                <a16:creationId xmlns:a16="http://schemas.microsoft.com/office/drawing/2014/main" id="{414836CA-E64D-4BB8-BB5B-29CC4ADBEC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31011" y="5922310"/>
            <a:ext cx="1660989" cy="935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5992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42374-F9AE-7B37-0A06-29A9E2A5C937}"/>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D478C3CD-A131-A60A-DA29-883B0308AA94}"/>
              </a:ext>
            </a:extLst>
          </p:cNvPr>
          <p:cNvSpPr>
            <a:spLocks noGrp="1"/>
          </p:cNvSpPr>
          <p:nvPr>
            <p:ph type="body" sz="quarter" idx="13"/>
          </p:nvPr>
        </p:nvSpPr>
        <p:spPr/>
        <p:txBody>
          <a:bodyPr/>
          <a:lstStyle/>
          <a:p>
            <a:r>
              <a:rPr lang="en-US" dirty="0"/>
              <a:t>APLICACIÓN</a:t>
            </a:r>
          </a:p>
        </p:txBody>
      </p:sp>
      <p:sp>
        <p:nvSpPr>
          <p:cNvPr id="6" name="Marcador de texto 5">
            <a:extLst>
              <a:ext uri="{FF2B5EF4-FFF2-40B4-BE49-F238E27FC236}">
                <a16:creationId xmlns:a16="http://schemas.microsoft.com/office/drawing/2014/main" id="{5CCFAE50-6325-FDD7-7500-1F9DF07F0EFA}"/>
              </a:ext>
            </a:extLst>
          </p:cNvPr>
          <p:cNvSpPr>
            <a:spLocks noGrp="1"/>
          </p:cNvSpPr>
          <p:nvPr>
            <p:ph type="body" sz="quarter" idx="14"/>
          </p:nvPr>
        </p:nvSpPr>
        <p:spPr>
          <a:xfrm>
            <a:off x="6721513" y="1278811"/>
            <a:ext cx="4822190" cy="1389627"/>
          </a:xfrm>
        </p:spPr>
        <p:txBody>
          <a:bodyPr>
            <a:normAutofit/>
          </a:bodyPr>
          <a:lstStyle/>
          <a:p>
            <a:pPr marL="285750" indent="-285750" algn="just">
              <a:buFont typeface="Arial" panose="020B0604020202020204" pitchFamily="34" charset="0"/>
              <a:buChar char="•"/>
            </a:pPr>
            <a:r>
              <a:rPr lang="es-BO" dirty="0"/>
              <a:t>Estado de renovación  </a:t>
            </a:r>
            <a:endParaRPr lang="es-ES" dirty="0"/>
          </a:p>
        </p:txBody>
      </p:sp>
      <p:sp>
        <p:nvSpPr>
          <p:cNvPr id="7" name="Marcador de texto 6">
            <a:extLst>
              <a:ext uri="{FF2B5EF4-FFF2-40B4-BE49-F238E27FC236}">
                <a16:creationId xmlns:a16="http://schemas.microsoft.com/office/drawing/2014/main" id="{AC889ADC-8711-266D-3982-72F102919E0A}"/>
              </a:ext>
            </a:extLst>
          </p:cNvPr>
          <p:cNvSpPr>
            <a:spLocks noGrp="1"/>
          </p:cNvSpPr>
          <p:nvPr>
            <p:ph type="body" sz="quarter" idx="15"/>
          </p:nvPr>
        </p:nvSpPr>
        <p:spPr/>
        <p:txBody>
          <a:bodyPr/>
          <a:lstStyle/>
          <a:p>
            <a:r>
              <a:rPr lang="es-ES" dirty="0"/>
              <a:t>Análisis y Preprocesamiento</a:t>
            </a:r>
            <a:endParaRPr lang="en-US" dirty="0"/>
          </a:p>
        </p:txBody>
      </p:sp>
      <p:sp>
        <p:nvSpPr>
          <p:cNvPr id="11" name="Marcador de texto 5">
            <a:extLst>
              <a:ext uri="{FF2B5EF4-FFF2-40B4-BE49-F238E27FC236}">
                <a16:creationId xmlns:a16="http://schemas.microsoft.com/office/drawing/2014/main" id="{2D752718-0110-4007-A3AF-07AA24170ED1}"/>
              </a:ext>
            </a:extLst>
          </p:cNvPr>
          <p:cNvSpPr txBox="1">
            <a:spLocks/>
          </p:cNvSpPr>
          <p:nvPr/>
        </p:nvSpPr>
        <p:spPr>
          <a:xfrm>
            <a:off x="6721513" y="4046953"/>
            <a:ext cx="4822190" cy="65780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530" kern="1200">
                <a:solidFill>
                  <a:schemeClr val="tx1"/>
                </a:solidFill>
                <a:latin typeface="Montserrat "/>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buFont typeface="Arial" panose="020B0604020202020204" pitchFamily="34" charset="0"/>
              <a:buChar char="•"/>
            </a:pPr>
            <a:r>
              <a:rPr lang="es-ES" dirty="0"/>
              <a:t>Frecuencia de uso vs Plan de suscripción.</a:t>
            </a:r>
          </a:p>
        </p:txBody>
      </p:sp>
      <p:sp>
        <p:nvSpPr>
          <p:cNvPr id="16" name="Marcador de texto 5">
            <a:extLst>
              <a:ext uri="{FF2B5EF4-FFF2-40B4-BE49-F238E27FC236}">
                <a16:creationId xmlns:a16="http://schemas.microsoft.com/office/drawing/2014/main" id="{2C769C78-DB37-4253-8A2D-5050FCB8D799}"/>
              </a:ext>
            </a:extLst>
          </p:cNvPr>
          <p:cNvSpPr txBox="1">
            <a:spLocks/>
          </p:cNvSpPr>
          <p:nvPr/>
        </p:nvSpPr>
        <p:spPr>
          <a:xfrm>
            <a:off x="1273810" y="1278811"/>
            <a:ext cx="4822190" cy="138962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530" kern="1200">
                <a:solidFill>
                  <a:schemeClr val="tx1"/>
                </a:solidFill>
                <a:latin typeface="Montserrat "/>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buFont typeface="Arial" panose="020B0604020202020204" pitchFamily="34" charset="0"/>
              <a:buChar char="•"/>
            </a:pPr>
            <a:r>
              <a:rPr lang="es-BO" dirty="0"/>
              <a:t>Distribución de edad de los usuarios principales de Amazon.</a:t>
            </a:r>
            <a:endParaRPr lang="es-ES" dirty="0"/>
          </a:p>
        </p:txBody>
      </p:sp>
      <p:sp>
        <p:nvSpPr>
          <p:cNvPr id="18" name="Marcador de texto 5">
            <a:extLst>
              <a:ext uri="{FF2B5EF4-FFF2-40B4-BE49-F238E27FC236}">
                <a16:creationId xmlns:a16="http://schemas.microsoft.com/office/drawing/2014/main" id="{B8B8443F-81F5-4637-88FA-937F640D269C}"/>
              </a:ext>
            </a:extLst>
          </p:cNvPr>
          <p:cNvSpPr txBox="1">
            <a:spLocks/>
          </p:cNvSpPr>
          <p:nvPr/>
        </p:nvSpPr>
        <p:spPr>
          <a:xfrm>
            <a:off x="1273810" y="3939653"/>
            <a:ext cx="4822190" cy="138962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530" kern="1200">
                <a:solidFill>
                  <a:schemeClr val="tx1"/>
                </a:solidFill>
                <a:latin typeface="Montserrat "/>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buFont typeface="Arial" panose="020B0604020202020204" pitchFamily="34" charset="0"/>
              <a:buChar char="•"/>
            </a:pPr>
            <a:r>
              <a:rPr lang="es-BO" dirty="0"/>
              <a:t>Distribución de genero.</a:t>
            </a:r>
            <a:endParaRPr lang="es-ES" dirty="0"/>
          </a:p>
        </p:txBody>
      </p:sp>
      <p:pic>
        <p:nvPicPr>
          <p:cNvPr id="4099" name="Picture 1">
            <a:extLst>
              <a:ext uri="{FF2B5EF4-FFF2-40B4-BE49-F238E27FC236}">
                <a16:creationId xmlns:a16="http://schemas.microsoft.com/office/drawing/2014/main" id="{F29D48FA-096F-4EA3-BF81-FA87A76213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4850" y="1900952"/>
            <a:ext cx="3200400" cy="174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0" name="Picture 1">
            <a:extLst>
              <a:ext uri="{FF2B5EF4-FFF2-40B4-BE49-F238E27FC236}">
                <a16:creationId xmlns:a16="http://schemas.microsoft.com/office/drawing/2014/main" id="{58E894AC-D8F4-49EB-8F7F-4C2D052512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5208" y="4333209"/>
            <a:ext cx="3200400"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1" name="Picture 1">
            <a:extLst>
              <a:ext uri="{FF2B5EF4-FFF2-40B4-BE49-F238E27FC236}">
                <a16:creationId xmlns:a16="http://schemas.microsoft.com/office/drawing/2014/main" id="{ABC4BEF7-B89C-4391-9F5B-ADA04326795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46951" y="1701795"/>
            <a:ext cx="3200400" cy="225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Picture 1">
            <a:extLst>
              <a:ext uri="{FF2B5EF4-FFF2-40B4-BE49-F238E27FC236}">
                <a16:creationId xmlns:a16="http://schemas.microsoft.com/office/drawing/2014/main" id="{AA3B0AF3-CCE5-4629-AD29-A2040246416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32408" y="4397030"/>
            <a:ext cx="3200400"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descr="Prime Video: Help">
            <a:extLst>
              <a:ext uri="{FF2B5EF4-FFF2-40B4-BE49-F238E27FC236}">
                <a16:creationId xmlns:a16="http://schemas.microsoft.com/office/drawing/2014/main" id="{BD4247FA-45F8-4EB2-9451-0F2E403328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31011" y="5922310"/>
            <a:ext cx="1660989" cy="935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6584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42374-F9AE-7B37-0A06-29A9E2A5C937}"/>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D478C3CD-A131-A60A-DA29-883B0308AA94}"/>
              </a:ext>
            </a:extLst>
          </p:cNvPr>
          <p:cNvSpPr>
            <a:spLocks noGrp="1"/>
          </p:cNvSpPr>
          <p:nvPr>
            <p:ph type="body" sz="quarter" idx="13"/>
          </p:nvPr>
        </p:nvSpPr>
        <p:spPr/>
        <p:txBody>
          <a:bodyPr/>
          <a:lstStyle/>
          <a:p>
            <a:r>
              <a:rPr lang="en-US" dirty="0"/>
              <a:t>APLICACIÓN</a:t>
            </a:r>
          </a:p>
        </p:txBody>
      </p:sp>
      <p:sp>
        <p:nvSpPr>
          <p:cNvPr id="6" name="Marcador de texto 5">
            <a:extLst>
              <a:ext uri="{FF2B5EF4-FFF2-40B4-BE49-F238E27FC236}">
                <a16:creationId xmlns:a16="http://schemas.microsoft.com/office/drawing/2014/main" id="{5CCFAE50-6325-FDD7-7500-1F9DF07F0EFA}"/>
              </a:ext>
            </a:extLst>
          </p:cNvPr>
          <p:cNvSpPr>
            <a:spLocks noGrp="1"/>
          </p:cNvSpPr>
          <p:nvPr>
            <p:ph type="body" sz="quarter" idx="14"/>
          </p:nvPr>
        </p:nvSpPr>
        <p:spPr>
          <a:xfrm>
            <a:off x="6721513" y="1278811"/>
            <a:ext cx="4822190" cy="1389627"/>
          </a:xfrm>
        </p:spPr>
        <p:txBody>
          <a:bodyPr>
            <a:normAutofit/>
          </a:bodyPr>
          <a:lstStyle/>
          <a:p>
            <a:pPr marL="285750" indent="-285750" algn="just">
              <a:buFont typeface="Arial" panose="020B0604020202020204" pitchFamily="34" charset="0"/>
              <a:buChar char="•"/>
            </a:pPr>
            <a:r>
              <a:rPr lang="es-BO" dirty="0" err="1"/>
              <a:t>Monetary</a:t>
            </a:r>
            <a:endParaRPr lang="es-ES" dirty="0"/>
          </a:p>
        </p:txBody>
      </p:sp>
      <p:sp>
        <p:nvSpPr>
          <p:cNvPr id="7" name="Marcador de texto 6">
            <a:extLst>
              <a:ext uri="{FF2B5EF4-FFF2-40B4-BE49-F238E27FC236}">
                <a16:creationId xmlns:a16="http://schemas.microsoft.com/office/drawing/2014/main" id="{AC889ADC-8711-266D-3982-72F102919E0A}"/>
              </a:ext>
            </a:extLst>
          </p:cNvPr>
          <p:cNvSpPr>
            <a:spLocks noGrp="1"/>
          </p:cNvSpPr>
          <p:nvPr>
            <p:ph type="body" sz="quarter" idx="15"/>
          </p:nvPr>
        </p:nvSpPr>
        <p:spPr/>
        <p:txBody>
          <a:bodyPr/>
          <a:lstStyle/>
          <a:p>
            <a:r>
              <a:rPr lang="es-ES" dirty="0"/>
              <a:t>Aplicación RFM</a:t>
            </a:r>
            <a:endParaRPr lang="en-US" dirty="0"/>
          </a:p>
        </p:txBody>
      </p:sp>
      <p:sp>
        <p:nvSpPr>
          <p:cNvPr id="11" name="Marcador de texto 5">
            <a:extLst>
              <a:ext uri="{FF2B5EF4-FFF2-40B4-BE49-F238E27FC236}">
                <a16:creationId xmlns:a16="http://schemas.microsoft.com/office/drawing/2014/main" id="{2D752718-0110-4007-A3AF-07AA24170ED1}"/>
              </a:ext>
            </a:extLst>
          </p:cNvPr>
          <p:cNvSpPr txBox="1">
            <a:spLocks/>
          </p:cNvSpPr>
          <p:nvPr/>
        </p:nvSpPr>
        <p:spPr>
          <a:xfrm>
            <a:off x="6721513" y="3281852"/>
            <a:ext cx="4822190" cy="65780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530" kern="1200">
                <a:solidFill>
                  <a:schemeClr val="tx1"/>
                </a:solidFill>
                <a:latin typeface="Montserrat "/>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buFont typeface="Arial" panose="020B0604020202020204" pitchFamily="34" charset="0"/>
              <a:buChar char="•"/>
            </a:pPr>
            <a:r>
              <a:rPr lang="es-ES" dirty="0"/>
              <a:t>Segmentos</a:t>
            </a:r>
          </a:p>
        </p:txBody>
      </p:sp>
      <p:sp>
        <p:nvSpPr>
          <p:cNvPr id="16" name="Marcador de texto 5">
            <a:extLst>
              <a:ext uri="{FF2B5EF4-FFF2-40B4-BE49-F238E27FC236}">
                <a16:creationId xmlns:a16="http://schemas.microsoft.com/office/drawing/2014/main" id="{2C769C78-DB37-4253-8A2D-5050FCB8D799}"/>
              </a:ext>
            </a:extLst>
          </p:cNvPr>
          <p:cNvSpPr txBox="1">
            <a:spLocks/>
          </p:cNvSpPr>
          <p:nvPr/>
        </p:nvSpPr>
        <p:spPr>
          <a:xfrm>
            <a:off x="1273810" y="1278811"/>
            <a:ext cx="4822190" cy="138962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530" kern="1200">
                <a:solidFill>
                  <a:schemeClr val="tx1"/>
                </a:solidFill>
                <a:latin typeface="Montserrat "/>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buFont typeface="Arial" panose="020B0604020202020204" pitchFamily="34" charset="0"/>
              <a:buChar char="•"/>
            </a:pPr>
            <a:r>
              <a:rPr lang="es-BO" dirty="0" err="1"/>
              <a:t>Recency</a:t>
            </a:r>
            <a:endParaRPr lang="es-ES" dirty="0"/>
          </a:p>
        </p:txBody>
      </p:sp>
      <p:sp>
        <p:nvSpPr>
          <p:cNvPr id="18" name="Marcador de texto 5">
            <a:extLst>
              <a:ext uri="{FF2B5EF4-FFF2-40B4-BE49-F238E27FC236}">
                <a16:creationId xmlns:a16="http://schemas.microsoft.com/office/drawing/2014/main" id="{B8B8443F-81F5-4637-88FA-937F640D269C}"/>
              </a:ext>
            </a:extLst>
          </p:cNvPr>
          <p:cNvSpPr txBox="1">
            <a:spLocks/>
          </p:cNvSpPr>
          <p:nvPr/>
        </p:nvSpPr>
        <p:spPr>
          <a:xfrm>
            <a:off x="1273810" y="3939653"/>
            <a:ext cx="4822190" cy="138962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530" kern="1200">
                <a:solidFill>
                  <a:schemeClr val="tx1"/>
                </a:solidFill>
                <a:latin typeface="Montserrat "/>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buFont typeface="Arial" panose="020B0604020202020204" pitchFamily="34" charset="0"/>
              <a:buChar char="•"/>
            </a:pPr>
            <a:r>
              <a:rPr lang="es-BO" dirty="0" err="1"/>
              <a:t>Frequency</a:t>
            </a:r>
            <a:r>
              <a:rPr lang="es-BO" dirty="0"/>
              <a:t>.</a:t>
            </a:r>
            <a:endParaRPr lang="es-ES" dirty="0"/>
          </a:p>
        </p:txBody>
      </p:sp>
      <p:pic>
        <p:nvPicPr>
          <p:cNvPr id="5122" name="Picture 1">
            <a:extLst>
              <a:ext uri="{FF2B5EF4-FFF2-40B4-BE49-F238E27FC236}">
                <a16:creationId xmlns:a16="http://schemas.microsoft.com/office/drawing/2014/main" id="{AD59569F-D638-4057-B5F8-F1D1477F2A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4705" y="1973624"/>
            <a:ext cx="3200400"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1">
            <a:extLst>
              <a:ext uri="{FF2B5EF4-FFF2-40B4-BE49-F238E27FC236}">
                <a16:creationId xmlns:a16="http://schemas.microsoft.com/office/drawing/2014/main" id="{692E5A0C-DD52-4CAC-8837-BF4449BAAB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4705" y="4704754"/>
            <a:ext cx="3165475" cy="1147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4" name="Picture 1">
            <a:extLst>
              <a:ext uri="{FF2B5EF4-FFF2-40B4-BE49-F238E27FC236}">
                <a16:creationId xmlns:a16="http://schemas.microsoft.com/office/drawing/2014/main" id="{580960C1-B61A-4BEA-A3A5-6B0E17993F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6895" y="2215297"/>
            <a:ext cx="32004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1">
            <a:extLst>
              <a:ext uri="{FF2B5EF4-FFF2-40B4-BE49-F238E27FC236}">
                <a16:creationId xmlns:a16="http://schemas.microsoft.com/office/drawing/2014/main" id="{5221D051-28CD-404C-93FC-FBE6AC3E19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40512" y="3939653"/>
            <a:ext cx="3200400" cy="240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 descr="Prime Video: Help">
            <a:extLst>
              <a:ext uri="{FF2B5EF4-FFF2-40B4-BE49-F238E27FC236}">
                <a16:creationId xmlns:a16="http://schemas.microsoft.com/office/drawing/2014/main" id="{96FB22A7-8E02-41FA-9E11-A85E23EF53D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31011" y="5922310"/>
            <a:ext cx="1660989" cy="935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6580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EDD9B-ACFB-0B77-BD05-A49BF7A1FE80}"/>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D189E476-04C2-A27E-0DEF-2B83C208A9CA}"/>
              </a:ext>
            </a:extLst>
          </p:cNvPr>
          <p:cNvSpPr>
            <a:spLocks noGrp="1"/>
          </p:cNvSpPr>
          <p:nvPr>
            <p:ph type="body" sz="quarter" idx="13"/>
          </p:nvPr>
        </p:nvSpPr>
        <p:spPr/>
        <p:txBody>
          <a:bodyPr/>
          <a:lstStyle/>
          <a:p>
            <a:r>
              <a:rPr lang="en-US" dirty="0"/>
              <a:t>RESULTADOS</a:t>
            </a:r>
          </a:p>
        </p:txBody>
      </p:sp>
      <p:sp>
        <p:nvSpPr>
          <p:cNvPr id="6" name="Marcador de texto 5">
            <a:extLst>
              <a:ext uri="{FF2B5EF4-FFF2-40B4-BE49-F238E27FC236}">
                <a16:creationId xmlns:a16="http://schemas.microsoft.com/office/drawing/2014/main" id="{AD50DE01-9D4D-C26C-4A74-F230FFE905FB}"/>
              </a:ext>
            </a:extLst>
          </p:cNvPr>
          <p:cNvSpPr>
            <a:spLocks noGrp="1"/>
          </p:cNvSpPr>
          <p:nvPr>
            <p:ph type="body" sz="quarter" idx="14"/>
          </p:nvPr>
        </p:nvSpPr>
        <p:spPr>
          <a:xfrm>
            <a:off x="1273811" y="1374121"/>
            <a:ext cx="4822190" cy="4297303"/>
          </a:xfrm>
        </p:spPr>
        <p:txBody>
          <a:bodyPr>
            <a:normAutofit/>
          </a:bodyPr>
          <a:lstStyle/>
          <a:p>
            <a:pPr marL="285750" indent="-285750" algn="just">
              <a:buFont typeface="Arial" panose="020B0604020202020204" pitchFamily="34" charset="0"/>
              <a:buChar char="•"/>
            </a:pPr>
            <a:r>
              <a:rPr lang="es-ES" dirty="0"/>
              <a:t>Distribución de segmentos</a:t>
            </a:r>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endParaRPr lang="es-ES" dirty="0"/>
          </a:p>
          <a:p>
            <a:pPr marL="285750" indent="-285750" algn="just">
              <a:buFont typeface="Arial" panose="020B0604020202020204" pitchFamily="34" charset="0"/>
              <a:buChar char="•"/>
            </a:pPr>
            <a:endParaRPr lang="es-ES" dirty="0"/>
          </a:p>
        </p:txBody>
      </p:sp>
      <p:sp>
        <p:nvSpPr>
          <p:cNvPr id="7" name="Marcador de texto 6">
            <a:extLst>
              <a:ext uri="{FF2B5EF4-FFF2-40B4-BE49-F238E27FC236}">
                <a16:creationId xmlns:a16="http://schemas.microsoft.com/office/drawing/2014/main" id="{4B247D69-5564-0D81-802E-DABC262A0595}"/>
              </a:ext>
            </a:extLst>
          </p:cNvPr>
          <p:cNvSpPr>
            <a:spLocks noGrp="1"/>
          </p:cNvSpPr>
          <p:nvPr>
            <p:ph type="body" sz="quarter" idx="15"/>
          </p:nvPr>
        </p:nvSpPr>
        <p:spPr/>
        <p:txBody>
          <a:bodyPr/>
          <a:lstStyle/>
          <a:p>
            <a:r>
              <a:rPr lang="es-ES" dirty="0"/>
              <a:t>Resultados</a:t>
            </a:r>
            <a:endParaRPr lang="en-US" dirty="0"/>
          </a:p>
        </p:txBody>
      </p:sp>
      <p:sp>
        <p:nvSpPr>
          <p:cNvPr id="2" name="Marcador de texto 5">
            <a:extLst>
              <a:ext uri="{FF2B5EF4-FFF2-40B4-BE49-F238E27FC236}">
                <a16:creationId xmlns:a16="http://schemas.microsoft.com/office/drawing/2014/main" id="{0108A32F-2A6D-7C99-A89B-39C928A23904}"/>
              </a:ext>
            </a:extLst>
          </p:cNvPr>
          <p:cNvSpPr txBox="1">
            <a:spLocks/>
          </p:cNvSpPr>
          <p:nvPr/>
        </p:nvSpPr>
        <p:spPr>
          <a:xfrm>
            <a:off x="6408756" y="1374121"/>
            <a:ext cx="4822190" cy="429730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530" kern="1200">
                <a:solidFill>
                  <a:schemeClr val="tx1"/>
                </a:solidFill>
                <a:latin typeface="Montserrat "/>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s-ES" dirty="0"/>
          </a:p>
          <a:p>
            <a:pPr marL="285750" indent="-285750">
              <a:buFont typeface="Arial" panose="020B0604020202020204" pitchFamily="34" charset="0"/>
              <a:buChar char="•"/>
            </a:pPr>
            <a:endParaRPr lang="es-ES" dirty="0"/>
          </a:p>
          <a:p>
            <a:pPr marL="285750" indent="-285750">
              <a:buFont typeface="Arial" panose="020B0604020202020204" pitchFamily="34" charset="0"/>
              <a:buChar char="•"/>
            </a:pPr>
            <a:endParaRPr lang="es-ES" dirty="0"/>
          </a:p>
        </p:txBody>
      </p:sp>
      <p:pic>
        <p:nvPicPr>
          <p:cNvPr id="6146" name="Picture 1">
            <a:extLst>
              <a:ext uri="{FF2B5EF4-FFF2-40B4-BE49-F238E27FC236}">
                <a16:creationId xmlns:a16="http://schemas.microsoft.com/office/drawing/2014/main" id="{8A069FF1-93A0-4C8B-B2EF-F759D30DE6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3810" y="2852196"/>
            <a:ext cx="4694029" cy="1341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Picture 1">
            <a:extLst>
              <a:ext uri="{FF2B5EF4-FFF2-40B4-BE49-F238E27FC236}">
                <a16:creationId xmlns:a16="http://schemas.microsoft.com/office/drawing/2014/main" id="{94B24236-1400-4F63-B49C-C9C8C0DC47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1737" y="1934716"/>
            <a:ext cx="4387421" cy="3736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descr="Prime Video: Help">
            <a:extLst>
              <a:ext uri="{FF2B5EF4-FFF2-40B4-BE49-F238E27FC236}">
                <a16:creationId xmlns:a16="http://schemas.microsoft.com/office/drawing/2014/main" id="{53611BBD-76DC-4B73-B6EA-1B3D3D3EA8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31011" y="5922310"/>
            <a:ext cx="1660989" cy="935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0819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AF0A8-223A-6873-3926-C861A627984E}"/>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60AA8DB9-4602-9E9A-5837-9000117AF56E}"/>
              </a:ext>
            </a:extLst>
          </p:cNvPr>
          <p:cNvSpPr>
            <a:spLocks noGrp="1"/>
          </p:cNvSpPr>
          <p:nvPr>
            <p:ph type="body" sz="quarter" idx="13"/>
          </p:nvPr>
        </p:nvSpPr>
        <p:spPr/>
        <p:txBody>
          <a:bodyPr>
            <a:normAutofit fontScale="85000" lnSpcReduction="10000"/>
          </a:bodyPr>
          <a:lstStyle/>
          <a:p>
            <a:r>
              <a:rPr lang="en-US" dirty="0"/>
              <a:t>CONCLUSIONES Y RECOMENDACIONES</a:t>
            </a:r>
          </a:p>
        </p:txBody>
      </p:sp>
      <p:sp>
        <p:nvSpPr>
          <p:cNvPr id="6" name="Marcador de texto 5">
            <a:extLst>
              <a:ext uri="{FF2B5EF4-FFF2-40B4-BE49-F238E27FC236}">
                <a16:creationId xmlns:a16="http://schemas.microsoft.com/office/drawing/2014/main" id="{1A1DD0A9-08AE-4543-046E-B663B5983D81}"/>
              </a:ext>
            </a:extLst>
          </p:cNvPr>
          <p:cNvSpPr>
            <a:spLocks noGrp="1"/>
          </p:cNvSpPr>
          <p:nvPr>
            <p:ph type="body" sz="quarter" idx="14"/>
          </p:nvPr>
        </p:nvSpPr>
        <p:spPr>
          <a:xfrm>
            <a:off x="1273810" y="1119883"/>
            <a:ext cx="10230213" cy="2309117"/>
          </a:xfrm>
        </p:spPr>
        <p:txBody>
          <a:bodyPr>
            <a:noAutofit/>
          </a:bodyPr>
          <a:lstStyle/>
          <a:p>
            <a:pPr marL="285750" indent="-285750">
              <a:buFont typeface="Arial" panose="020B0604020202020204" pitchFamily="34" charset="0"/>
              <a:buChar char="•"/>
            </a:pPr>
            <a:r>
              <a:rPr lang="es-BO" sz="1500" b="1" dirty="0"/>
              <a:t>Concentración de Valor en Segmentos Clave</a:t>
            </a:r>
            <a:br>
              <a:rPr lang="es-BO" sz="1500" dirty="0"/>
            </a:br>
            <a:r>
              <a:rPr lang="es-BO" sz="1500" dirty="0"/>
              <a:t>Se identificó una distribución desigual de la base de clientes, con tres segmentos principales concentrando el </a:t>
            </a:r>
            <a:r>
              <a:rPr lang="es-BO" sz="1500" b="1" dirty="0"/>
              <a:t>77.4%</a:t>
            </a:r>
            <a:r>
              <a:rPr lang="es-BO" sz="1500" dirty="0"/>
              <a:t> de los usuarios, lo que evidencia una clara jerarquía de valor y compromiso.</a:t>
            </a:r>
          </a:p>
          <a:p>
            <a:pPr marL="285750" indent="-285750">
              <a:buFont typeface="Arial" panose="020B0604020202020204" pitchFamily="34" charset="0"/>
              <a:buChar char="•"/>
            </a:pPr>
            <a:r>
              <a:rPr lang="es-BO" sz="1500" b="1" dirty="0"/>
              <a:t>Núcleo Crítico para la Sostenibilidad del Negocio</a:t>
            </a:r>
            <a:br>
              <a:rPr lang="es-BO" sz="1500" dirty="0"/>
            </a:br>
            <a:r>
              <a:rPr lang="es-BO" sz="1500" dirty="0"/>
              <a:t>El segmento de </a:t>
            </a:r>
            <a:r>
              <a:rPr lang="es-BO" sz="1500" b="1" dirty="0"/>
              <a:t>692 usuarios</a:t>
            </a:r>
            <a:r>
              <a:rPr lang="es-BO" sz="1500" dirty="0"/>
              <a:t> constituye la base de clientes más valiosa, mostrando un desempeño óptimo en recencia, frecuencia y valor monetario. Este grupo representa el </a:t>
            </a:r>
            <a:r>
              <a:rPr lang="es-BO" sz="1500" b="1" dirty="0"/>
              <a:t>pilar fundamental para los ingresos recurrentes</a:t>
            </a:r>
            <a:r>
              <a:rPr lang="es-BO" sz="1500" dirty="0"/>
              <a:t>.</a:t>
            </a:r>
          </a:p>
          <a:p>
            <a:pPr marL="285750" indent="-285750">
              <a:buFont typeface="Arial" panose="020B0604020202020204" pitchFamily="34" charset="0"/>
              <a:buChar char="•"/>
            </a:pPr>
            <a:r>
              <a:rPr lang="es-BO" sz="1500" b="1" dirty="0"/>
              <a:t>Oportunidades Estratégicas de Crecimiento</a:t>
            </a:r>
            <a:br>
              <a:rPr lang="es-BO" sz="1500" dirty="0"/>
            </a:br>
            <a:r>
              <a:rPr lang="es-BO" sz="1500" dirty="0"/>
              <a:t>Los segmentos de </a:t>
            </a:r>
            <a:r>
              <a:rPr lang="es-BO" sz="1500" b="1" dirty="0"/>
              <a:t>417 y 150 usuarios</a:t>
            </a:r>
            <a:r>
              <a:rPr lang="es-BO" sz="1500" dirty="0"/>
              <a:t> representan una oportunidad clave para mejorar la retención y el valor de vida del cliente (CLV), requiriendo estrategias diferenciadas para su desarrollo y fidelización.</a:t>
            </a:r>
          </a:p>
        </p:txBody>
      </p:sp>
      <p:sp>
        <p:nvSpPr>
          <p:cNvPr id="7" name="Marcador de texto 6">
            <a:extLst>
              <a:ext uri="{FF2B5EF4-FFF2-40B4-BE49-F238E27FC236}">
                <a16:creationId xmlns:a16="http://schemas.microsoft.com/office/drawing/2014/main" id="{39DFD875-0C53-2460-1105-474CEB21ADC3}"/>
              </a:ext>
            </a:extLst>
          </p:cNvPr>
          <p:cNvSpPr>
            <a:spLocks noGrp="1"/>
          </p:cNvSpPr>
          <p:nvPr>
            <p:ph type="body" sz="quarter" idx="15"/>
          </p:nvPr>
        </p:nvSpPr>
        <p:spPr/>
        <p:txBody>
          <a:bodyPr/>
          <a:lstStyle/>
          <a:p>
            <a:r>
              <a:rPr lang="es-ES" dirty="0"/>
              <a:t>Conclusiones</a:t>
            </a:r>
            <a:endParaRPr lang="en-US" dirty="0"/>
          </a:p>
        </p:txBody>
      </p:sp>
      <p:sp>
        <p:nvSpPr>
          <p:cNvPr id="4" name="Marcador de texto 5">
            <a:extLst>
              <a:ext uri="{FF2B5EF4-FFF2-40B4-BE49-F238E27FC236}">
                <a16:creationId xmlns:a16="http://schemas.microsoft.com/office/drawing/2014/main" id="{17FE2059-6B0D-B7AD-F0D3-5D7AB50791B4}"/>
              </a:ext>
            </a:extLst>
          </p:cNvPr>
          <p:cNvSpPr txBox="1">
            <a:spLocks/>
          </p:cNvSpPr>
          <p:nvPr/>
        </p:nvSpPr>
        <p:spPr>
          <a:xfrm>
            <a:off x="1273810" y="4059297"/>
            <a:ext cx="10230213" cy="2423696"/>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530" kern="1200">
                <a:solidFill>
                  <a:schemeClr val="tx1"/>
                </a:solidFill>
                <a:latin typeface="Montserrat "/>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buFont typeface="Arial" panose="020B0604020202020204" pitchFamily="34" charset="0"/>
              <a:buChar char="•"/>
            </a:pPr>
            <a:r>
              <a:rPr lang="es-BO" sz="1500" b="1" dirty="0"/>
              <a:t>Programa de Exclusividad para el Segmento VIP (150 usuarios), </a:t>
            </a:r>
            <a:r>
              <a:rPr lang="es-BO" sz="1500" dirty="0"/>
              <a:t>dirigido a los clientes de máximo valor, se recomienda implementar un programa VIP que ofrezca beneficios exclusivos, acceso prioritario a nuevos productos y servicios, y una gestión de cuenta personalizada. </a:t>
            </a:r>
          </a:p>
          <a:p>
            <a:pPr marL="285750" indent="-285750" algn="just">
              <a:buFont typeface="Arial" panose="020B0604020202020204" pitchFamily="34" charset="0"/>
              <a:buChar char="•"/>
            </a:pPr>
            <a:r>
              <a:rPr lang="es-BO" sz="1500" b="1" dirty="0"/>
              <a:t>Programa de Lealtad para el Segmento de Clientes Leales (417 usuarios), </a:t>
            </a:r>
            <a:r>
              <a:rPr lang="es-BO" sz="1500" dirty="0"/>
              <a:t>este segmento representa la principal oportunidad de crecimiento. Se sugiere la creación de un programa de lealtad estructurado con un camino claro de ascenso hacia el nivel VIP.</a:t>
            </a:r>
          </a:p>
          <a:p>
            <a:pPr marL="285750" indent="-285750" algn="just">
              <a:buFont typeface="Arial" panose="020B0604020202020204" pitchFamily="34" charset="0"/>
              <a:buChar char="•"/>
            </a:pPr>
            <a:r>
              <a:rPr lang="es-BO" sz="1500" b="1" dirty="0"/>
              <a:t>Campañas de Recuperación para el Segmento en Riesgo (674 usuarios), </a:t>
            </a:r>
            <a:r>
              <a:rPr lang="es-BO" sz="1500" dirty="0"/>
              <a:t>para los clientes inactivos con historial valioso, se propone el despliegue de campañas proactivas de recuperación. Estas incluirán encuestas para entender los motivos de su desvinculación, incentivos personalizados para reactivar sus compras y comunicaciones afectivas que rescaten la relación. </a:t>
            </a:r>
            <a:endParaRPr lang="es-ES" sz="1500" dirty="0"/>
          </a:p>
        </p:txBody>
      </p:sp>
      <p:sp>
        <p:nvSpPr>
          <p:cNvPr id="8" name="Marcador de texto 6">
            <a:extLst>
              <a:ext uri="{FF2B5EF4-FFF2-40B4-BE49-F238E27FC236}">
                <a16:creationId xmlns:a16="http://schemas.microsoft.com/office/drawing/2014/main" id="{1135FB6F-924E-B930-80DE-49BD2D2DC861}"/>
              </a:ext>
            </a:extLst>
          </p:cNvPr>
          <p:cNvSpPr txBox="1">
            <a:spLocks/>
          </p:cNvSpPr>
          <p:nvPr/>
        </p:nvSpPr>
        <p:spPr>
          <a:xfrm>
            <a:off x="1273810" y="3429000"/>
            <a:ext cx="10269893" cy="534987"/>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70" kern="1200">
                <a:solidFill>
                  <a:schemeClr val="tx1"/>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Recomendaciones</a:t>
            </a:r>
            <a:endParaRPr lang="en-US" dirty="0"/>
          </a:p>
        </p:txBody>
      </p:sp>
    </p:spTree>
    <p:extLst>
      <p:ext uri="{BB962C8B-B14F-4D97-AF65-F5344CB8AC3E}">
        <p14:creationId xmlns:p14="http://schemas.microsoft.com/office/powerpoint/2010/main" val="3816370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52BCE7CE-D5D1-B18E-B96E-B1C93F5F50F2}"/>
              </a:ext>
            </a:extLst>
          </p:cNvPr>
          <p:cNvSpPr>
            <a:spLocks noGrp="1"/>
          </p:cNvSpPr>
          <p:nvPr>
            <p:ph type="title"/>
          </p:nvPr>
        </p:nvSpPr>
        <p:spPr/>
        <p:txBody>
          <a:bodyPr/>
          <a:lstStyle/>
          <a:p>
            <a:r>
              <a:rPr lang="en-US" dirty="0"/>
              <a:t>Gracias</a:t>
            </a:r>
          </a:p>
        </p:txBody>
      </p:sp>
      <p:sp>
        <p:nvSpPr>
          <p:cNvPr id="5" name="Marcador de texto 4">
            <a:extLst>
              <a:ext uri="{FF2B5EF4-FFF2-40B4-BE49-F238E27FC236}">
                <a16:creationId xmlns:a16="http://schemas.microsoft.com/office/drawing/2014/main" id="{CFC521FF-16E7-AAAD-5434-5353B3C9A18A}"/>
              </a:ext>
            </a:extLst>
          </p:cNvPr>
          <p:cNvSpPr>
            <a:spLocks noGrp="1"/>
          </p:cNvSpPr>
          <p:nvPr>
            <p:ph type="body" sz="half" idx="2"/>
          </p:nvPr>
        </p:nvSpPr>
        <p:spPr/>
        <p:txBody>
          <a:bodyPr/>
          <a:lstStyle/>
          <a:p>
            <a:endParaRPr lang="en-US" dirty="0"/>
          </a:p>
        </p:txBody>
      </p:sp>
      <p:pic>
        <p:nvPicPr>
          <p:cNvPr id="6" name="Gráfico 17">
            <a:extLst>
              <a:ext uri="{FF2B5EF4-FFF2-40B4-BE49-F238E27FC236}">
                <a16:creationId xmlns:a16="http://schemas.microsoft.com/office/drawing/2014/main" id="{4C82640D-B14F-433B-A1A3-7253306E0F10}"/>
              </a:ext>
            </a:extLst>
          </p:cNvPr>
          <p:cNvPicPr>
            <a:picLocks noGrp="1" noChangeAspect="1"/>
          </p:cNvPicPr>
          <p:nvPr>
            <p:ph type="pic" idx="1"/>
          </p:nvPr>
        </p:nvPicPr>
        <p:blipFill>
          <a:blip r:embed="rId2">
            <a:extLst>
              <a:ext uri="{96DAC541-7B7A-43D3-8B79-37D633B846F1}">
                <asvg:svgBlip xmlns:asvg="http://schemas.microsoft.com/office/drawing/2016/SVG/main" r:embed="rId3"/>
              </a:ext>
            </a:extLst>
          </a:blip>
          <a:srcRect l="3239" r="3239"/>
          <a:stretch>
            <a:fillRect/>
          </a:stretch>
        </p:blipFill>
        <p:spPr>
          <a:xfrm>
            <a:off x="8015319" y="2212975"/>
            <a:ext cx="2359168" cy="2432050"/>
          </a:xfrm>
          <a:prstGeom prst="rect">
            <a:avLst/>
          </a:prstGeom>
        </p:spPr>
      </p:pic>
      <p:pic>
        <p:nvPicPr>
          <p:cNvPr id="7" name="Picture 2" descr="Prime Video: Help">
            <a:extLst>
              <a:ext uri="{FF2B5EF4-FFF2-40B4-BE49-F238E27FC236}">
                <a16:creationId xmlns:a16="http://schemas.microsoft.com/office/drawing/2014/main" id="{FF266889-D3A4-42AB-9592-5F6B511401A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31011" y="5922310"/>
            <a:ext cx="1660989" cy="935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8249980"/>
      </p:ext>
    </p:extLst>
  </p:cSld>
  <p:clrMapOvr>
    <a:masterClrMapping/>
  </p:clrMapOvr>
</p:sld>
</file>

<file path=ppt/theme/theme1.xml><?xml version="1.0" encoding="utf-8"?>
<a:theme xmlns:a="http://schemas.openxmlformats.org/drawingml/2006/main" name="Tema de Office">
  <a:themeElements>
    <a:clrScheme name="Personalizado 1">
      <a:dk1>
        <a:srgbClr val="2D317E"/>
      </a:dk1>
      <a:lt1>
        <a:srgbClr val="FFFFFF"/>
      </a:lt1>
      <a:dk2>
        <a:srgbClr val="2D317E"/>
      </a:dk2>
      <a:lt2>
        <a:srgbClr val="FFFFFF"/>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ostgrado Tipografia">
      <a:majorFont>
        <a:latin typeface="Montserrat Black"/>
        <a:ea typeface=""/>
        <a:cs typeface=""/>
      </a:majorFont>
      <a:minorFont>
        <a:latin typeface="Montserrat Semi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D317E"/>
        </a:solidFill>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1948</TotalTime>
  <Words>828</Words>
  <Application>Microsoft Office PowerPoint</Application>
  <PresentationFormat>Widescreen</PresentationFormat>
  <Paragraphs>87</Paragraphs>
  <Slides>13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Montserrat </vt:lpstr>
      <vt:lpstr>Montserrat Black</vt:lpstr>
      <vt:lpstr>Montserrat ExtraBold</vt:lpstr>
      <vt:lpstr>Montserrat SemiBold</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Abraham Bautista</dc:creator>
  <cp:lastModifiedBy>vboxuser</cp:lastModifiedBy>
  <cp:revision>91</cp:revision>
  <dcterms:created xsi:type="dcterms:W3CDTF">2024-05-17T22:27:18Z</dcterms:created>
  <dcterms:modified xsi:type="dcterms:W3CDTF">2025-11-14T22:38:51Z</dcterms:modified>
</cp:coreProperties>
</file>